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1" r:id="rId2"/>
    <p:sldId id="2564" r:id="rId3"/>
    <p:sldId id="2567" r:id="rId4"/>
    <p:sldId id="2569" r:id="rId5"/>
    <p:sldId id="2570" r:id="rId6"/>
    <p:sldId id="2582" r:id="rId7"/>
    <p:sldId id="2581" r:id="rId8"/>
    <p:sldId id="2575" r:id="rId9"/>
    <p:sldId id="25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63" y="2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alys Camarena" userId="6cf408d1f61a9edb" providerId="Windows Live" clId="Web-{8350B89B-F850-EA66-ED5B-A3AC5E251FB5}"/>
    <pc:docChg chg="addSld modSld sldOrd addMainMaster delMainMaster">
      <pc:chgData name="Odalys Camarena" userId="6cf408d1f61a9edb" providerId="Windows Live" clId="Web-{8350B89B-F850-EA66-ED5B-A3AC5E251FB5}" dt="2025-02-17T03:41:38.484" v="260" actId="20577"/>
      <pc:docMkLst>
        <pc:docMk/>
      </pc:docMkLst>
      <pc:sldChg chg="modSp mod modClrScheme chgLayout">
        <pc:chgData name="Odalys Camarena" userId="6cf408d1f61a9edb" providerId="Windows Live" clId="Web-{8350B89B-F850-EA66-ED5B-A3AC5E251FB5}" dt="2025-02-17T03:13:06.952" v="6"/>
        <pc:sldMkLst>
          <pc:docMk/>
          <pc:sldMk cId="1164554273" sldId="2561"/>
        </pc:sldMkLst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1164554273" sldId="2561"/>
            <ac:spMk id="2" creationId="{06149F76-7825-C4B7-5B3B-B5424FF5B575}"/>
          </ac:spMkLst>
        </pc:spChg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1164554273" sldId="2561"/>
            <ac:spMk id="3" creationId="{8A808905-F5BC-769D-7D56-5B7519151562}"/>
          </ac:spMkLst>
        </pc:spChg>
      </pc:sldChg>
      <pc:sldChg chg="modSp mod modClrScheme chgLayout">
        <pc:chgData name="Odalys Camarena" userId="6cf408d1f61a9edb" providerId="Windows Live" clId="Web-{8350B89B-F850-EA66-ED5B-A3AC5E251FB5}" dt="2025-02-17T03:13:06.952" v="6"/>
        <pc:sldMkLst>
          <pc:docMk/>
          <pc:sldMk cId="1016869337" sldId="2564"/>
        </pc:sldMkLst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1016869337" sldId="2564"/>
            <ac:spMk id="2" creationId="{70D8C169-4161-3453-FEA9-CD55BFC64734}"/>
          </ac:spMkLst>
        </pc:spChg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1016869337" sldId="2564"/>
            <ac:spMk id="4" creationId="{89208E94-AB18-ED3B-8249-2FDEE9BBDD65}"/>
          </ac:spMkLst>
        </pc:spChg>
      </pc:sldChg>
      <pc:sldChg chg="modSp mod modClrScheme chgLayout">
        <pc:chgData name="Odalys Camarena" userId="6cf408d1f61a9edb" providerId="Windows Live" clId="Web-{8350B89B-F850-EA66-ED5B-A3AC5E251FB5}" dt="2025-02-17T03:13:06.952" v="6"/>
        <pc:sldMkLst>
          <pc:docMk/>
          <pc:sldMk cId="3232268131" sldId="2567"/>
        </pc:sldMkLst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3232268131" sldId="2567"/>
            <ac:spMk id="2" creationId="{D77B131B-E7C5-1C2F-8570-F4B545691008}"/>
          </ac:spMkLst>
        </pc:spChg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3232268131" sldId="2567"/>
            <ac:spMk id="4" creationId="{5CDD0B42-EC31-623F-43E8-A43D0C350DF6}"/>
          </ac:spMkLst>
        </pc:spChg>
        <pc:picChg chg="mod ord">
          <ac:chgData name="Odalys Camarena" userId="6cf408d1f61a9edb" providerId="Windows Live" clId="Web-{8350B89B-F850-EA66-ED5B-A3AC5E251FB5}" dt="2025-02-17T03:13:06.952" v="6"/>
          <ac:picMkLst>
            <pc:docMk/>
            <pc:sldMk cId="3232268131" sldId="2567"/>
            <ac:picMk id="5" creationId="{979481EE-8D71-4172-A8AA-4E696F76EA95}"/>
          </ac:picMkLst>
        </pc:picChg>
      </pc:sldChg>
      <pc:sldChg chg="modSp mod modClrScheme chgLayout">
        <pc:chgData name="Odalys Camarena" userId="6cf408d1f61a9edb" providerId="Windows Live" clId="Web-{8350B89B-F850-EA66-ED5B-A3AC5E251FB5}" dt="2025-02-17T03:13:06.952" v="6"/>
        <pc:sldMkLst>
          <pc:docMk/>
          <pc:sldMk cId="3342280402" sldId="2569"/>
        </pc:sldMkLst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3342280402" sldId="2569"/>
            <ac:spMk id="2" creationId="{ACA12F04-5141-B8BA-9244-0ED6C24C5BA1}"/>
          </ac:spMkLst>
        </pc:spChg>
        <pc:graphicFrameChg chg="mod ord">
          <ac:chgData name="Odalys Camarena" userId="6cf408d1f61a9edb" providerId="Windows Live" clId="Web-{8350B89B-F850-EA66-ED5B-A3AC5E251FB5}" dt="2025-02-17T03:13:06.952" v="6"/>
          <ac:graphicFrameMkLst>
            <pc:docMk/>
            <pc:sldMk cId="3342280402" sldId="2569"/>
            <ac:graphicFrameMk id="4" creationId="{2E9F226D-BBCD-4F5D-9A3D-CBB4E8066F4D}"/>
          </ac:graphicFrameMkLst>
        </pc:graphicFrameChg>
      </pc:sldChg>
      <pc:sldChg chg="modSp mod modClrScheme chgLayout">
        <pc:chgData name="Odalys Camarena" userId="6cf408d1f61a9edb" providerId="Windows Live" clId="Web-{8350B89B-F850-EA66-ED5B-A3AC5E251FB5}" dt="2025-02-17T03:13:06.952" v="6"/>
        <pc:sldMkLst>
          <pc:docMk/>
          <pc:sldMk cId="702042881" sldId="2570"/>
        </pc:sldMkLst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702042881" sldId="2570"/>
            <ac:spMk id="2" creationId="{B038B300-A7B8-8973-BC0C-5DE0B27D735A}"/>
          </ac:spMkLst>
        </pc:spChg>
      </pc:sldChg>
      <pc:sldChg chg="modSp mod modClrScheme chgLayout">
        <pc:chgData name="Odalys Camarena" userId="6cf408d1f61a9edb" providerId="Windows Live" clId="Web-{8350B89B-F850-EA66-ED5B-A3AC5E251FB5}" dt="2025-02-17T03:13:06.952" v="6"/>
        <pc:sldMkLst>
          <pc:docMk/>
          <pc:sldMk cId="2801244828" sldId="2575"/>
        </pc:sldMkLst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2801244828" sldId="2575"/>
            <ac:spMk id="2" creationId="{2537CACD-7C34-DC80-6439-073A5ED89BB9}"/>
          </ac:spMkLst>
        </pc:spChg>
        <pc:graphicFrameChg chg="mod ord">
          <ac:chgData name="Odalys Camarena" userId="6cf408d1f61a9edb" providerId="Windows Live" clId="Web-{8350B89B-F850-EA66-ED5B-A3AC5E251FB5}" dt="2025-02-17T03:13:06.952" v="6"/>
          <ac:graphicFrameMkLst>
            <pc:docMk/>
            <pc:sldMk cId="2801244828" sldId="2575"/>
            <ac:graphicFrameMk id="4" creationId="{9D4600F3-03CE-4AB1-BEB8-7758993E7D1E}"/>
          </ac:graphicFrameMkLst>
        </pc:graphicFrameChg>
      </pc:sldChg>
      <pc:sldChg chg="modSp mod modClrScheme chgLayout">
        <pc:chgData name="Odalys Camarena" userId="6cf408d1f61a9edb" providerId="Windows Live" clId="Web-{8350B89B-F850-EA66-ED5B-A3AC5E251FB5}" dt="2025-02-17T03:13:06.952" v="6"/>
        <pc:sldMkLst>
          <pc:docMk/>
          <pc:sldMk cId="3881154832" sldId="2580"/>
        </pc:sldMkLst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3881154832" sldId="2580"/>
            <ac:spMk id="2" creationId="{D1907851-B7F9-1C57-E58B-B8084E89742C}"/>
          </ac:spMkLst>
        </pc:spChg>
        <pc:graphicFrameChg chg="mod ord">
          <ac:chgData name="Odalys Camarena" userId="6cf408d1f61a9edb" providerId="Windows Live" clId="Web-{8350B89B-F850-EA66-ED5B-A3AC5E251FB5}" dt="2025-02-17T03:13:06.952" v="6"/>
          <ac:graphicFrameMkLst>
            <pc:docMk/>
            <pc:sldMk cId="3881154832" sldId="2580"/>
            <ac:graphicFrameMk id="13" creationId="{1B1BE8D3-6D4E-CEC2-2A0C-46204A35C468}"/>
          </ac:graphicFrameMkLst>
        </pc:graphicFrameChg>
      </pc:sldChg>
      <pc:sldChg chg="modSp mod modClrScheme chgLayout">
        <pc:chgData name="Odalys Camarena" userId="6cf408d1f61a9edb" providerId="Windows Live" clId="Web-{8350B89B-F850-EA66-ED5B-A3AC5E251FB5}" dt="2025-02-17T03:13:06.952" v="6"/>
        <pc:sldMkLst>
          <pc:docMk/>
          <pc:sldMk cId="1620990695" sldId="2581"/>
        </pc:sldMkLst>
        <pc:spChg chg="mod ord">
          <ac:chgData name="Odalys Camarena" userId="6cf408d1f61a9edb" providerId="Windows Live" clId="Web-{8350B89B-F850-EA66-ED5B-A3AC5E251FB5}" dt="2025-02-17T03:13:06.952" v="6"/>
          <ac:spMkLst>
            <pc:docMk/>
            <pc:sldMk cId="1620990695" sldId="2581"/>
            <ac:spMk id="2" creationId="{B497D5FA-43FC-7B8A-2907-9D213015355E}"/>
          </ac:spMkLst>
        </pc:spChg>
        <pc:graphicFrameChg chg="mod ord">
          <ac:chgData name="Odalys Camarena" userId="6cf408d1f61a9edb" providerId="Windows Live" clId="Web-{8350B89B-F850-EA66-ED5B-A3AC5E251FB5}" dt="2025-02-17T03:13:06.952" v="6"/>
          <ac:graphicFrameMkLst>
            <pc:docMk/>
            <pc:sldMk cId="1620990695" sldId="2581"/>
            <ac:graphicFrameMk id="92" creationId="{84B6DD49-E42C-6CDC-B965-82345D44C374}"/>
          </ac:graphicFrameMkLst>
        </pc:graphicFrameChg>
      </pc:sldChg>
      <pc:sldChg chg="addSp delSp modSp new mod ord modClrScheme chgLayout">
        <pc:chgData name="Odalys Camarena" userId="6cf408d1f61a9edb" providerId="Windows Live" clId="Web-{8350B89B-F850-EA66-ED5B-A3AC5E251FB5}" dt="2025-02-17T03:41:38.484" v="260" actId="20577"/>
        <pc:sldMkLst>
          <pc:docMk/>
          <pc:sldMk cId="3107353930" sldId="2582"/>
        </pc:sldMkLst>
        <pc:spChg chg="add mod">
          <ac:chgData name="Odalys Camarena" userId="6cf408d1f61a9edb" providerId="Windows Live" clId="Web-{8350B89B-F850-EA66-ED5B-A3AC5E251FB5}" dt="2025-02-17T03:37:17.362" v="68" actId="14100"/>
          <ac:spMkLst>
            <pc:docMk/>
            <pc:sldMk cId="3107353930" sldId="2582"/>
            <ac:spMk id="5" creationId="{AB9B6DD9-BFC5-DEDA-9254-27081818D3ED}"/>
          </ac:spMkLst>
        </pc:spChg>
        <pc:spChg chg="add mod">
          <ac:chgData name="Odalys Camarena" userId="6cf408d1f61a9edb" providerId="Windows Live" clId="Web-{8350B89B-F850-EA66-ED5B-A3AC5E251FB5}" dt="2025-02-17T03:15:16.550" v="55" actId="1076"/>
          <ac:spMkLst>
            <pc:docMk/>
            <pc:sldMk cId="3107353930" sldId="2582"/>
            <ac:spMk id="6" creationId="{2E74452E-1E18-4050-63C7-FA75494B07FA}"/>
          </ac:spMkLst>
        </pc:spChg>
        <pc:spChg chg="add mod">
          <ac:chgData name="Odalys Camarena" userId="6cf408d1f61a9edb" providerId="Windows Live" clId="Web-{8350B89B-F850-EA66-ED5B-A3AC5E251FB5}" dt="2025-02-17T03:15:19.941" v="56" actId="1076"/>
          <ac:spMkLst>
            <pc:docMk/>
            <pc:sldMk cId="3107353930" sldId="2582"/>
            <ac:spMk id="8" creationId="{942C29F4-15C3-53A6-B58A-1E047783CC5D}"/>
          </ac:spMkLst>
        </pc:spChg>
        <pc:spChg chg="add mod">
          <ac:chgData name="Odalys Camarena" userId="6cf408d1f61a9edb" providerId="Windows Live" clId="Web-{8350B89B-F850-EA66-ED5B-A3AC5E251FB5}" dt="2025-02-17T03:15:27.722" v="58" actId="1076"/>
          <ac:spMkLst>
            <pc:docMk/>
            <pc:sldMk cId="3107353930" sldId="2582"/>
            <ac:spMk id="9" creationId="{E6474E53-61EE-2F99-2ABF-996B08D5FC0D}"/>
          </ac:spMkLst>
        </pc:spChg>
        <pc:spChg chg="add mod">
          <ac:chgData name="Odalys Camarena" userId="6cf408d1f61a9edb" providerId="Windows Live" clId="Web-{8350B89B-F850-EA66-ED5B-A3AC5E251FB5}" dt="2025-02-17T03:37:58.582" v="87" actId="20577"/>
          <ac:spMkLst>
            <pc:docMk/>
            <pc:sldMk cId="3107353930" sldId="2582"/>
            <ac:spMk id="13" creationId="{72CBEAFD-D3DD-330F-5B17-C95057505181}"/>
          </ac:spMkLst>
        </pc:spChg>
        <pc:spChg chg="add mod">
          <ac:chgData name="Odalys Camarena" userId="6cf408d1f61a9edb" providerId="Windows Live" clId="Web-{8350B89B-F850-EA66-ED5B-A3AC5E251FB5}" dt="2025-02-17T03:38:25.146" v="112" actId="20577"/>
          <ac:spMkLst>
            <pc:docMk/>
            <pc:sldMk cId="3107353930" sldId="2582"/>
            <ac:spMk id="14" creationId="{58977B00-C450-7D50-FF9B-2125E1E731B1}"/>
          </ac:spMkLst>
        </pc:spChg>
        <pc:spChg chg="add mod">
          <ac:chgData name="Odalys Camarena" userId="6cf408d1f61a9edb" providerId="Windows Live" clId="Web-{8350B89B-F850-EA66-ED5B-A3AC5E251FB5}" dt="2025-02-17T03:38:56.584" v="148" actId="20577"/>
          <ac:spMkLst>
            <pc:docMk/>
            <pc:sldMk cId="3107353930" sldId="2582"/>
            <ac:spMk id="15" creationId="{36DF34BB-CB3D-88C7-956A-2D88FA7E7240}"/>
          </ac:spMkLst>
        </pc:spChg>
        <pc:spChg chg="add mod">
          <ac:chgData name="Odalys Camarena" userId="6cf408d1f61a9edb" providerId="Windows Live" clId="Web-{8350B89B-F850-EA66-ED5B-A3AC5E251FB5}" dt="2025-02-17T03:40:09.715" v="184" actId="1076"/>
          <ac:spMkLst>
            <pc:docMk/>
            <pc:sldMk cId="3107353930" sldId="2582"/>
            <ac:spMk id="17" creationId="{DC234932-7E23-FD07-23F7-9EA90CB480DE}"/>
          </ac:spMkLst>
        </pc:spChg>
        <pc:spChg chg="add mod">
          <ac:chgData name="Odalys Camarena" userId="6cf408d1f61a9edb" providerId="Windows Live" clId="Web-{8350B89B-F850-EA66-ED5B-A3AC5E251FB5}" dt="2025-02-17T03:40:26.106" v="209" actId="20577"/>
          <ac:spMkLst>
            <pc:docMk/>
            <pc:sldMk cId="3107353930" sldId="2582"/>
            <ac:spMk id="18" creationId="{9D3BD643-BA22-B30F-F52C-F33C3080348F}"/>
          </ac:spMkLst>
        </pc:spChg>
        <pc:spChg chg="add mod">
          <ac:chgData name="Odalys Camarena" userId="6cf408d1f61a9edb" providerId="Windows Live" clId="Web-{8350B89B-F850-EA66-ED5B-A3AC5E251FB5}" dt="2025-02-17T03:40:51.560" v="228" actId="20577"/>
          <ac:spMkLst>
            <pc:docMk/>
            <pc:sldMk cId="3107353930" sldId="2582"/>
            <ac:spMk id="19" creationId="{F4394608-DE3C-21D9-36F1-92A2E494DA27}"/>
          </ac:spMkLst>
        </pc:spChg>
        <pc:spChg chg="add mod">
          <ac:chgData name="Odalys Camarena" userId="6cf408d1f61a9edb" providerId="Windows Live" clId="Web-{8350B89B-F850-EA66-ED5B-A3AC5E251FB5}" dt="2025-02-17T03:41:07.186" v="240" actId="20577"/>
          <ac:spMkLst>
            <pc:docMk/>
            <pc:sldMk cId="3107353930" sldId="2582"/>
            <ac:spMk id="20" creationId="{5211DB11-4D80-FD49-6BC7-7B614A3714A7}"/>
          </ac:spMkLst>
        </pc:spChg>
        <pc:spChg chg="add mod">
          <ac:chgData name="Odalys Camarena" userId="6cf408d1f61a9edb" providerId="Windows Live" clId="Web-{8350B89B-F850-EA66-ED5B-A3AC5E251FB5}" dt="2025-02-17T03:41:38.484" v="260" actId="20577"/>
          <ac:spMkLst>
            <pc:docMk/>
            <pc:sldMk cId="3107353930" sldId="2582"/>
            <ac:spMk id="21" creationId="{323F210C-828F-AFA9-1EB3-62CCA6247796}"/>
          </ac:spMkLst>
        </pc:spChg>
      </pc:sldChg>
      <pc:sldMasterChg chg="del delSldLayout">
        <pc:chgData name="Odalys Camarena" userId="6cf408d1f61a9edb" providerId="Windows Live" clId="Web-{8350B89B-F850-EA66-ED5B-A3AC5E251FB5}" dt="2025-02-17T03:13:04.780" v="5"/>
        <pc:sldMasterMkLst>
          <pc:docMk/>
          <pc:sldMasterMk cId="896418536" sldId="2147483648"/>
        </pc:sldMasterMkLst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3619104099" sldId="2147483649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1637949017" sldId="2147483650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2161945388" sldId="2147483651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3352595977" sldId="2147483652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2794135959" sldId="2147483653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2210176626" sldId="2147483654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1101962603" sldId="2147483655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1784712991" sldId="2147483656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123712189" sldId="2147483657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4048037493" sldId="2147483658"/>
          </pc:sldLayoutMkLst>
        </pc:sldLayoutChg>
        <pc:sldLayoutChg chg="del">
          <pc:chgData name="Odalys Camarena" userId="6cf408d1f61a9edb" providerId="Windows Live" clId="Web-{8350B89B-F850-EA66-ED5B-A3AC5E251FB5}" dt="2025-02-17T03:13:04.780" v="5"/>
          <pc:sldLayoutMkLst>
            <pc:docMk/>
            <pc:sldMasterMk cId="896418536" sldId="2147483648"/>
            <pc:sldLayoutMk cId="2473462788" sldId="2147483659"/>
          </pc:sldLayoutMkLst>
        </pc:sldLayoutChg>
      </pc:sldMasterChg>
      <pc:sldMasterChg chg="add del addSldLayout delSldLayout modSldLayout">
        <pc:chgData name="Odalys Camarena" userId="6cf408d1f61a9edb" providerId="Windows Live" clId="Web-{8350B89B-F850-EA66-ED5B-A3AC5E251FB5}" dt="2025-02-17T03:13:06.952" v="6"/>
        <pc:sldMasterMkLst>
          <pc:docMk/>
          <pc:sldMasterMk cId="1337275210" sldId="2147483660"/>
        </pc:sldMasterMkLst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4099026594" sldId="2147483661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3360324678" sldId="2147483662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3976474003" sldId="2147483663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250598559" sldId="2147483664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501164777" sldId="2147483665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314448514" sldId="2147483666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3891184131" sldId="2147483667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395180182" sldId="2147483668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3065969544" sldId="2147483669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1634158684" sldId="2147483670"/>
          </pc:sldLayoutMkLst>
        </pc:sldLayoutChg>
        <pc:sldLayoutChg chg="add del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1337275210" sldId="2147483660"/>
            <pc:sldLayoutMk cId="1117590806" sldId="2147483671"/>
          </pc:sldLayoutMkLst>
        </pc:sldLayoutChg>
      </pc:sldMasterChg>
      <pc:sldMasterChg chg="add addSldLayout modSldLayout">
        <pc:chgData name="Odalys Camarena" userId="6cf408d1f61a9edb" providerId="Windows Live" clId="Web-{8350B89B-F850-EA66-ED5B-A3AC5E251FB5}" dt="2025-02-17T03:13:06.952" v="6"/>
        <pc:sldMasterMkLst>
          <pc:docMk/>
          <pc:sldMasterMk cId="3767355066" sldId="2147483672"/>
        </pc:sldMasterMkLst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4052215000" sldId="2147483673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3538417518" sldId="2147483674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4258427821" sldId="2147483675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180264138" sldId="2147483676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1647249970" sldId="2147483677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2192257753" sldId="2147483678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3063456894" sldId="2147483679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4247718829" sldId="2147483680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3425657822" sldId="2147483681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2255982197" sldId="2147483682"/>
          </pc:sldLayoutMkLst>
        </pc:sldLayoutChg>
        <pc:sldLayoutChg chg="add mod replId">
          <pc:chgData name="Odalys Camarena" userId="6cf408d1f61a9edb" providerId="Windows Live" clId="Web-{8350B89B-F850-EA66-ED5B-A3AC5E251FB5}" dt="2025-02-17T03:13:06.952" v="6"/>
          <pc:sldLayoutMkLst>
            <pc:docMk/>
            <pc:sldMasterMk cId="3767355066" sldId="2147483672"/>
            <pc:sldLayoutMk cId="1828449061" sldId="2147483683"/>
          </pc:sldLayoutMkLst>
        </pc:sldLayoutChg>
      </pc:sldMasterChg>
    </pc:docChg>
  </pc:docChgLst>
  <pc:docChgLst>
    <pc:chgData name="Adjo Tetedje" userId="c3d7f69be899d650" providerId="LiveId" clId="{95D29C71-B52A-4B0B-B5B6-2EBE7D3D76A8}"/>
    <pc:docChg chg="modSld">
      <pc:chgData name="Adjo Tetedje" userId="c3d7f69be899d650" providerId="LiveId" clId="{95D29C71-B52A-4B0B-B5B6-2EBE7D3D76A8}" dt="2025-05-02T18:04:54.866" v="5" actId="1076"/>
      <pc:docMkLst>
        <pc:docMk/>
      </pc:docMkLst>
      <pc:sldChg chg="modSp mod">
        <pc:chgData name="Adjo Tetedje" userId="c3d7f69be899d650" providerId="LiveId" clId="{95D29C71-B52A-4B0B-B5B6-2EBE7D3D76A8}" dt="2025-05-02T18:04:54.866" v="5" actId="1076"/>
        <pc:sldMkLst>
          <pc:docMk/>
          <pc:sldMk cId="3107353930" sldId="2582"/>
        </pc:sldMkLst>
        <pc:spChg chg="mod">
          <ac:chgData name="Adjo Tetedje" userId="c3d7f69be899d650" providerId="LiveId" clId="{95D29C71-B52A-4B0B-B5B6-2EBE7D3D76A8}" dt="2025-05-02T18:04:51.694" v="4" actId="1076"/>
          <ac:spMkLst>
            <pc:docMk/>
            <pc:sldMk cId="3107353930" sldId="2582"/>
            <ac:spMk id="5" creationId="{AB9B6DD9-BFC5-DEDA-9254-27081818D3ED}"/>
          </ac:spMkLst>
        </pc:spChg>
        <pc:spChg chg="mod">
          <ac:chgData name="Adjo Tetedje" userId="c3d7f69be899d650" providerId="LiveId" clId="{95D29C71-B52A-4B0B-B5B6-2EBE7D3D76A8}" dt="2025-05-02T18:04:44.326" v="3" actId="207"/>
          <ac:spMkLst>
            <pc:docMk/>
            <pc:sldMk cId="3107353930" sldId="2582"/>
            <ac:spMk id="6" creationId="{2E74452E-1E18-4050-63C7-FA75494B07FA}"/>
          </ac:spMkLst>
        </pc:spChg>
        <pc:spChg chg="mod">
          <ac:chgData name="Adjo Tetedje" userId="c3d7f69be899d650" providerId="LiveId" clId="{95D29C71-B52A-4B0B-B5B6-2EBE7D3D76A8}" dt="2025-05-02T18:04:42.418" v="2" actId="207"/>
          <ac:spMkLst>
            <pc:docMk/>
            <pc:sldMk cId="3107353930" sldId="2582"/>
            <ac:spMk id="8" creationId="{942C29F4-15C3-53A6-B58A-1E047783CC5D}"/>
          </ac:spMkLst>
        </pc:spChg>
        <pc:spChg chg="mod">
          <ac:chgData name="Adjo Tetedje" userId="c3d7f69be899d650" providerId="LiveId" clId="{95D29C71-B52A-4B0B-B5B6-2EBE7D3D76A8}" dt="2025-05-02T18:04:40.464" v="1" actId="207"/>
          <ac:spMkLst>
            <pc:docMk/>
            <pc:sldMk cId="3107353930" sldId="2582"/>
            <ac:spMk id="9" creationId="{E6474E53-61EE-2F99-2ABF-996B08D5FC0D}"/>
          </ac:spMkLst>
        </pc:spChg>
        <pc:spChg chg="mod">
          <ac:chgData name="Adjo Tetedje" userId="c3d7f69be899d650" providerId="LiveId" clId="{95D29C71-B52A-4B0B-B5B6-2EBE7D3D76A8}" dt="2025-05-02T18:04:54.866" v="5" actId="1076"/>
          <ac:spMkLst>
            <pc:docMk/>
            <pc:sldMk cId="3107353930" sldId="2582"/>
            <ac:spMk id="14" creationId="{58977B00-C450-7D50-FF9B-2125E1E731B1}"/>
          </ac:spMkLst>
        </pc:spChg>
      </pc:sldChg>
    </pc:docChg>
  </pc:docChgLst>
  <pc:docChgLst>
    <pc:chgData name="Adjo Tetedje" userId="c3d7f69be899d650" providerId="LiveId" clId="{7C2AC3F9-2D39-4698-B58D-940A835A77D1}"/>
    <pc:docChg chg="undo custSel addSld delSld modSld">
      <pc:chgData name="Adjo Tetedje" userId="c3d7f69be899d650" providerId="LiveId" clId="{7C2AC3F9-2D39-4698-B58D-940A835A77D1}" dt="2025-02-14T18:29:21.411" v="28" actId="14100"/>
      <pc:docMkLst>
        <pc:docMk/>
      </pc:docMkLst>
      <pc:sldChg chg="addSp modSp mod">
        <pc:chgData name="Adjo Tetedje" userId="c3d7f69be899d650" providerId="LiveId" clId="{7C2AC3F9-2D39-4698-B58D-940A835A77D1}" dt="2025-02-14T18:29:21.411" v="28" actId="14100"/>
        <pc:sldMkLst>
          <pc:docMk/>
          <pc:sldMk cId="2801244828" sldId="2575"/>
        </pc:sldMkLst>
        <pc:spChg chg="mod">
          <ac:chgData name="Adjo Tetedje" userId="c3d7f69be899d650" providerId="LiveId" clId="{7C2AC3F9-2D39-4698-B58D-940A835A77D1}" dt="2025-02-14T18:27:53.269" v="20" actId="14100"/>
          <ac:spMkLst>
            <pc:docMk/>
            <pc:sldMk cId="2801244828" sldId="2575"/>
            <ac:spMk id="6" creationId="{D0C71BC3-DE85-9D16-1A02-B6D49966812D}"/>
          </ac:spMkLst>
        </pc:spChg>
        <pc:picChg chg="add mod ord">
          <ac:chgData name="Adjo Tetedje" userId="c3d7f69be899d650" providerId="LiveId" clId="{7C2AC3F9-2D39-4698-B58D-940A835A77D1}" dt="2025-02-14T18:29:21.411" v="28" actId="14100"/>
          <ac:picMkLst>
            <pc:docMk/>
            <pc:sldMk cId="2801244828" sldId="2575"/>
            <ac:picMk id="7" creationId="{DC790B39-633A-DB2D-AD93-75479C4EA500}"/>
          </ac:picMkLst>
        </pc:picChg>
      </pc:sldChg>
      <pc:sldChg chg="delSp add del setBg delDesignElem modNotesTx">
        <pc:chgData name="Adjo Tetedje" userId="c3d7f69be899d650" providerId="LiveId" clId="{7C2AC3F9-2D39-4698-B58D-940A835A77D1}" dt="2025-02-14T17:36:41.210" v="16" actId="47"/>
        <pc:sldMkLst>
          <pc:docMk/>
          <pc:sldMk cId="1150413169" sldId="2577"/>
        </pc:sldMkLst>
      </pc:sldChg>
      <pc:sldChg chg="delSp add setBg delDesignElem modNotesTx">
        <pc:chgData name="Adjo Tetedje" userId="c3d7f69be899d650" providerId="LiveId" clId="{7C2AC3F9-2D39-4698-B58D-940A835A77D1}" dt="2025-02-14T17:37:08.852" v="19" actId="20577"/>
        <pc:sldMkLst>
          <pc:docMk/>
          <pc:sldMk cId="3881154832" sldId="2580"/>
        </pc:sldMkLst>
      </pc:sldChg>
    </pc:docChg>
  </pc:docChgLst>
  <pc:docChgLst>
    <pc:chgData name="Επισκέπτης" providerId="Windows Live" clId="Web-{167CE3D8-10F5-62D4-1399-4B6C1EDEFA33}"/>
    <pc:docChg chg="addSld modSld">
      <pc:chgData name="Επισκέπτης" userId="" providerId="Windows Live" clId="Web-{167CE3D8-10F5-62D4-1399-4B6C1EDEFA33}" dt="2025-02-17T02:37:46.663" v="243" actId="20577"/>
      <pc:docMkLst>
        <pc:docMk/>
      </pc:docMkLst>
      <pc:sldChg chg="addSp delSp modSp">
        <pc:chgData name="Επισκέπτης" userId="" providerId="Windows Live" clId="Web-{167CE3D8-10F5-62D4-1399-4B6C1EDEFA33}" dt="2025-02-17T02:37:33.756" v="242" actId="1076"/>
        <pc:sldMkLst>
          <pc:docMk/>
          <pc:sldMk cId="702042881" sldId="2570"/>
        </pc:sldMkLst>
        <pc:spChg chg="mod">
          <ac:chgData name="Επισκέπτης" userId="" providerId="Windows Live" clId="Web-{167CE3D8-10F5-62D4-1399-4B6C1EDEFA33}" dt="2025-02-17T02:04:17.640" v="17" actId="1076"/>
          <ac:spMkLst>
            <pc:docMk/>
            <pc:sldMk cId="702042881" sldId="2570"/>
            <ac:spMk id="2" creationId="{B038B300-A7B8-8973-BC0C-5DE0B27D735A}"/>
          </ac:spMkLst>
        </pc:spChg>
        <pc:spChg chg="add mod">
          <ac:chgData name="Επισκέπτης" userId="" providerId="Windows Live" clId="Web-{167CE3D8-10F5-62D4-1399-4B6C1EDEFA33}" dt="2025-02-17T02:15:42.471" v="125" actId="1076"/>
          <ac:spMkLst>
            <pc:docMk/>
            <pc:sldMk cId="702042881" sldId="2570"/>
            <ac:spMk id="5" creationId="{60245DD8-564D-7877-1CC3-2CCC6CCE7C3B}"/>
          </ac:spMkLst>
        </pc:spChg>
        <pc:spChg chg="add mod">
          <ac:chgData name="Επισκέπτης" userId="" providerId="Windows Live" clId="Web-{167CE3D8-10F5-62D4-1399-4B6C1EDEFA33}" dt="2025-02-17T02:28:19.148" v="227" actId="14100"/>
          <ac:spMkLst>
            <pc:docMk/>
            <pc:sldMk cId="702042881" sldId="2570"/>
            <ac:spMk id="6" creationId="{02E31A36-3D18-679C-1904-77EF8508F722}"/>
          </ac:spMkLst>
        </pc:spChg>
        <pc:picChg chg="add mod">
          <ac:chgData name="Επισκέπτης" userId="" providerId="Windows Live" clId="Web-{167CE3D8-10F5-62D4-1399-4B6C1EDEFA33}" dt="2025-02-17T02:36:01.316" v="237"/>
          <ac:picMkLst>
            <pc:docMk/>
            <pc:sldMk cId="702042881" sldId="2570"/>
            <ac:picMk id="10" creationId="{2D0835BC-2FB1-0235-E294-1C3DFC1992DB}"/>
          </ac:picMkLst>
        </pc:picChg>
        <pc:picChg chg="add mod">
          <ac:chgData name="Επισκέπτης" userId="" providerId="Windows Live" clId="Web-{167CE3D8-10F5-62D4-1399-4B6C1EDEFA33}" dt="2025-02-17T02:37:33.756" v="242" actId="1076"/>
          <ac:picMkLst>
            <pc:docMk/>
            <pc:sldMk cId="702042881" sldId="2570"/>
            <ac:picMk id="12" creationId="{43990B21-2C6D-DB14-0BBA-1C3927CFC1AA}"/>
          </ac:picMkLst>
        </pc:picChg>
        <pc:cxnChg chg="add mod">
          <ac:chgData name="Επισκέπτης" userId="" providerId="Windows Live" clId="Web-{167CE3D8-10F5-62D4-1399-4B6C1EDEFA33}" dt="2025-02-17T02:04:07.702" v="16" actId="14100"/>
          <ac:cxnSpMkLst>
            <pc:docMk/>
            <pc:sldMk cId="702042881" sldId="2570"/>
            <ac:cxnSpMk id="3" creationId="{B32B0AD2-CABC-76B6-CB96-0AEA5D4EACAE}"/>
          </ac:cxnSpMkLst>
        </pc:cxnChg>
      </pc:sldChg>
      <pc:sldChg chg="addSp delSp modSp new">
        <pc:chgData name="Επισκέπτης" userId="" providerId="Windows Live" clId="Web-{167CE3D8-10F5-62D4-1399-4B6C1EDEFA33}" dt="2025-02-17T02:37:46.663" v="243" actId="20577"/>
        <pc:sldMkLst>
          <pc:docMk/>
          <pc:sldMk cId="1620990695" sldId="2581"/>
        </pc:sldMkLst>
        <pc:spChg chg="mod">
          <ac:chgData name="Επισκέπτης" userId="" providerId="Windows Live" clId="Web-{167CE3D8-10F5-62D4-1399-4B6C1EDEFA33}" dt="2025-02-17T02:37:46.663" v="243" actId="20577"/>
          <ac:spMkLst>
            <pc:docMk/>
            <pc:sldMk cId="1620990695" sldId="2581"/>
            <ac:spMk id="2" creationId="{B497D5FA-43FC-7B8A-2907-9D213015355E}"/>
          </ac:spMkLst>
        </pc:spChg>
        <pc:graphicFrameChg chg="add mod ord modGraphic">
          <ac:chgData name="Επισκέπτης" userId="" providerId="Windows Live" clId="Web-{167CE3D8-10F5-62D4-1399-4B6C1EDEFA33}" dt="2025-02-17T02:26:03.816" v="216"/>
          <ac:graphicFrameMkLst>
            <pc:docMk/>
            <pc:sldMk cId="1620990695" sldId="2581"/>
            <ac:graphicFrameMk id="92" creationId="{84B6DD49-E42C-6CDC-B965-82345D44C374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9C30A1-E51F-416C-8482-8D40177EDEE4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910770E8-3A82-4378-8DA1-A060DBB6ED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Role-Playing Scenarios</a:t>
          </a:r>
        </a:p>
      </dgm:t>
    </dgm:pt>
    <dgm:pt modelId="{3728E9D2-9422-4218-8E1E-FD0B3CA59902}" type="parTrans" cxnId="{EE2A6D54-2395-4CC9-9181-A024B141310F}">
      <dgm:prSet/>
      <dgm:spPr/>
      <dgm:t>
        <a:bodyPr/>
        <a:lstStyle/>
        <a:p>
          <a:endParaRPr lang="en-US"/>
        </a:p>
      </dgm:t>
    </dgm:pt>
    <dgm:pt modelId="{B2FD66B3-68E0-45C7-B300-00CB11DD71B4}" type="sibTrans" cxnId="{EE2A6D54-2395-4CC9-9181-A024B141310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1FB80B65-2DFC-4A70-8230-66FBE847DB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Incorporating role-playing scenarios allows interns to practice real-world situations and develop critical thinking skills in a supportive environment.</a:t>
          </a:r>
        </a:p>
      </dgm:t>
    </dgm:pt>
    <dgm:pt modelId="{686E5DC4-13AD-444E-A2EA-A7DFBECD0A6D}" type="parTrans" cxnId="{85DF5737-0CF9-4D2A-A89F-A9ECC30BCB82}">
      <dgm:prSet/>
      <dgm:spPr/>
      <dgm:t>
        <a:bodyPr/>
        <a:lstStyle/>
        <a:p>
          <a:endParaRPr lang="en-US"/>
        </a:p>
      </dgm:t>
    </dgm:pt>
    <dgm:pt modelId="{C3DD2895-C6EF-4F96-B0CF-9F9A303A65E1}" type="sibTrans" cxnId="{85DF5737-0CF9-4D2A-A89F-A9ECC30BCB82}">
      <dgm:prSet/>
      <dgm:spPr/>
      <dgm:t>
        <a:bodyPr/>
        <a:lstStyle/>
        <a:p>
          <a:endParaRPr lang="en-US"/>
        </a:p>
      </dgm:t>
    </dgm:pt>
    <dgm:pt modelId="{818C162C-6DC5-47B1-AF96-078B0B33DA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Group Discussions</a:t>
          </a:r>
        </a:p>
      </dgm:t>
    </dgm:pt>
    <dgm:pt modelId="{16C6CF02-D419-4C5F-B51F-C7F2826FF8A1}" type="parTrans" cxnId="{13D2ABC2-7829-4F36-8029-C6EC2DD1A0EF}">
      <dgm:prSet/>
      <dgm:spPr/>
      <dgm:t>
        <a:bodyPr/>
        <a:lstStyle/>
        <a:p>
          <a:endParaRPr lang="en-US"/>
        </a:p>
      </dgm:t>
    </dgm:pt>
    <dgm:pt modelId="{2DABFF38-05F6-470C-96EB-25135F4BA28D}" type="sibTrans" cxnId="{13D2ABC2-7829-4F36-8029-C6EC2DD1A0E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BBA5532-5AEA-4FC5-BD89-5679B94F1B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Facilitating group discussions encourages collaboration and allows interns to share diverse perspectives, enhancing their learning experience.</a:t>
          </a:r>
        </a:p>
      </dgm:t>
    </dgm:pt>
    <dgm:pt modelId="{22A9F30B-B992-4201-8AAE-942FFCF60213}" type="parTrans" cxnId="{BF74B574-4FBC-4688-8D2B-F84086279A47}">
      <dgm:prSet/>
      <dgm:spPr/>
      <dgm:t>
        <a:bodyPr/>
        <a:lstStyle/>
        <a:p>
          <a:endParaRPr lang="en-US"/>
        </a:p>
      </dgm:t>
    </dgm:pt>
    <dgm:pt modelId="{9E072261-5F37-4763-A3CE-8813DD30AA72}" type="sibTrans" cxnId="{BF74B574-4FBC-4688-8D2B-F84086279A47}">
      <dgm:prSet/>
      <dgm:spPr/>
      <dgm:t>
        <a:bodyPr/>
        <a:lstStyle/>
        <a:p>
          <a:endParaRPr lang="en-US"/>
        </a:p>
      </dgm:t>
    </dgm:pt>
    <dgm:pt modelId="{E52B610A-B252-4981-915C-658B569F699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Email Drafting Exercises</a:t>
          </a:r>
        </a:p>
      </dgm:t>
    </dgm:pt>
    <dgm:pt modelId="{C29A990C-742C-48EC-9EE1-9B01C12F8F05}" type="parTrans" cxnId="{E215BB40-A7D7-4A5F-9618-E0C6E56476AD}">
      <dgm:prSet/>
      <dgm:spPr/>
      <dgm:t>
        <a:bodyPr/>
        <a:lstStyle/>
        <a:p>
          <a:endParaRPr lang="en-US"/>
        </a:p>
      </dgm:t>
    </dgm:pt>
    <dgm:pt modelId="{DAB1456B-923E-47BD-B269-58BE80EE6EAA}" type="sibTrans" cxnId="{E215BB40-A7D7-4A5F-9618-E0C6E56476AD}">
      <dgm:prSet/>
      <dgm:spPr/>
      <dgm:t>
        <a:bodyPr/>
        <a:lstStyle/>
        <a:p>
          <a:endParaRPr lang="en-US"/>
        </a:p>
      </dgm:t>
    </dgm:pt>
    <dgm:pt modelId="{C07B9DDD-455E-4BAD-9543-973056A187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Email drafting exercises help interns develop effective communication skills, which are essential in any professional environment.</a:t>
          </a:r>
        </a:p>
      </dgm:t>
    </dgm:pt>
    <dgm:pt modelId="{3E1A46C7-74F2-4603-8A18-8ED24C7B6ABC}" type="parTrans" cxnId="{DC4A220C-DBBF-4A88-9CDB-1A395D468FBB}">
      <dgm:prSet/>
      <dgm:spPr/>
      <dgm:t>
        <a:bodyPr/>
        <a:lstStyle/>
        <a:p>
          <a:endParaRPr lang="en-US"/>
        </a:p>
      </dgm:t>
    </dgm:pt>
    <dgm:pt modelId="{985F19FE-A79C-4B5B-8AD9-7A76017ECA42}" type="sibTrans" cxnId="{DC4A220C-DBBF-4A88-9CDB-1A395D468FBB}">
      <dgm:prSet/>
      <dgm:spPr/>
      <dgm:t>
        <a:bodyPr/>
        <a:lstStyle/>
        <a:p>
          <a:endParaRPr lang="en-US"/>
        </a:p>
      </dgm:t>
    </dgm:pt>
    <dgm:pt modelId="{E8A51C2A-1771-4D2C-B7F1-59A65D27A185}" type="pres">
      <dgm:prSet presAssocID="{049C30A1-E51F-416C-8482-8D40177EDEE4}" presName="Root" presStyleCnt="0">
        <dgm:presLayoutVars>
          <dgm:dir/>
          <dgm:resizeHandles val="exact"/>
        </dgm:presLayoutVars>
      </dgm:prSet>
      <dgm:spPr/>
    </dgm:pt>
    <dgm:pt modelId="{8E6801AA-1A5E-4129-B1EA-7DB7F3EF0056}" type="pres">
      <dgm:prSet presAssocID="{910770E8-3A82-4378-8DA1-A060DBB6EDF6}" presName="Composite" presStyleCnt="0"/>
      <dgm:spPr/>
    </dgm:pt>
    <dgm:pt modelId="{991622D8-93DA-481E-92CE-EC69D1A436E9}" type="pres">
      <dgm:prSet presAssocID="{910770E8-3A82-4378-8DA1-A060DBB6EDF6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49" b="-2"/>
          <a:stretch/>
        </a:blipFill>
      </dgm:spPr>
      <dgm:extLst>
        <a:ext uri="{E40237B7-FDA0-4F09-8148-C483321AD2D9}">
          <dgm14:cNvPr xmlns:dgm14="http://schemas.microsoft.com/office/drawing/2010/diagram" id="0" name="" descr="Shot of a team of colleagues having an informal meeting in a modern officehttp://195.154.178.81/DATA/i_collage/pu/shoots/806407.jpg"/>
        </a:ext>
      </dgm:extLst>
    </dgm:pt>
    <dgm:pt modelId="{8561D38F-9CF1-47F5-9019-9794FB413AFF}" type="pres">
      <dgm:prSet presAssocID="{910770E8-3A82-4378-8DA1-A060DBB6EDF6}" presName="Subtitle" presStyleLbl="revTx" presStyleIdx="0" presStyleCnt="6">
        <dgm:presLayoutVars>
          <dgm:chMax val="0"/>
          <dgm:bulletEnabled/>
        </dgm:presLayoutVars>
      </dgm:prSet>
      <dgm:spPr/>
    </dgm:pt>
    <dgm:pt modelId="{20056C44-9438-46C6-9B07-4807E44E906D}" type="pres">
      <dgm:prSet presAssocID="{910770E8-3A82-4378-8DA1-A060DBB6EDF6}" presName="Description" presStyleLbl="revTx" presStyleIdx="1" presStyleCnt="6">
        <dgm:presLayoutVars>
          <dgm:bulletEnabled/>
        </dgm:presLayoutVars>
      </dgm:prSet>
      <dgm:spPr/>
    </dgm:pt>
    <dgm:pt modelId="{C4241C9A-EE93-45BF-A28F-D33879476873}" type="pres">
      <dgm:prSet presAssocID="{B2FD66B3-68E0-45C7-B300-00CB11DD71B4}" presName="sibTrans" presStyleLbl="sibTrans2D1" presStyleIdx="0" presStyleCnt="0"/>
      <dgm:spPr/>
    </dgm:pt>
    <dgm:pt modelId="{AC6E0630-C1CC-4619-9B6D-6CBA3ADCA634}" type="pres">
      <dgm:prSet presAssocID="{818C162C-6DC5-47B1-AF96-078B0B33DA83}" presName="Composite" presStyleCnt="0"/>
      <dgm:spPr/>
    </dgm:pt>
    <dgm:pt modelId="{6EAF7FE0-2EA6-4868-8211-80E35B6D5354}" type="pres">
      <dgm:prSet presAssocID="{818C162C-6DC5-47B1-AF96-078B0B33DA83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4" r="13284" b="-2"/>
          <a:stretch/>
        </a:blipFill>
      </dgm:spPr>
      <dgm:extLst>
        <a:ext uri="{E40237B7-FDA0-4F09-8148-C483321AD2D9}">
          <dgm14:cNvPr xmlns:dgm14="http://schemas.microsoft.com/office/drawing/2010/diagram" id="0" name="" descr="group of people working in a casual environment"/>
        </a:ext>
      </dgm:extLst>
    </dgm:pt>
    <dgm:pt modelId="{0230347C-AC8F-411B-B579-9B262216A929}" type="pres">
      <dgm:prSet presAssocID="{818C162C-6DC5-47B1-AF96-078B0B33DA83}" presName="Subtitle" presStyleLbl="revTx" presStyleIdx="2" presStyleCnt="6">
        <dgm:presLayoutVars>
          <dgm:chMax val="0"/>
          <dgm:bulletEnabled/>
        </dgm:presLayoutVars>
      </dgm:prSet>
      <dgm:spPr/>
    </dgm:pt>
    <dgm:pt modelId="{A279F9AF-E951-49B0-825F-2E3961F41F7A}" type="pres">
      <dgm:prSet presAssocID="{818C162C-6DC5-47B1-AF96-078B0B33DA83}" presName="Description" presStyleLbl="revTx" presStyleIdx="3" presStyleCnt="6">
        <dgm:presLayoutVars>
          <dgm:bulletEnabled/>
        </dgm:presLayoutVars>
      </dgm:prSet>
      <dgm:spPr/>
    </dgm:pt>
    <dgm:pt modelId="{F6F2274B-F53B-4C47-A7AC-7BAA4071A1B4}" type="pres">
      <dgm:prSet presAssocID="{2DABFF38-05F6-470C-96EB-25135F4BA28D}" presName="sibTrans" presStyleLbl="sibTrans2D1" presStyleIdx="0" presStyleCnt="0"/>
      <dgm:spPr/>
    </dgm:pt>
    <dgm:pt modelId="{1D84650B-4115-47FD-93A7-AFAD7D89DD11}" type="pres">
      <dgm:prSet presAssocID="{E52B610A-B252-4981-915C-658B569F6993}" presName="Composite" presStyleCnt="0"/>
      <dgm:spPr/>
    </dgm:pt>
    <dgm:pt modelId="{7FC95B69-5550-4685-A929-BB4A993FFCAD}" type="pres">
      <dgm:prSet presAssocID="{E52B610A-B252-4981-915C-658B569F6993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8" r="16181" b="-2"/>
          <a:stretch/>
        </a:blipFill>
      </dgm:spPr>
      <dgm:extLst>
        <a:ext uri="{E40237B7-FDA0-4F09-8148-C483321AD2D9}">
          <dgm14:cNvPr xmlns:dgm14="http://schemas.microsoft.com/office/drawing/2010/diagram" id="0" name="" descr="Cheerful young freelancers are smiling, looking at laptop in nice modern work station at office, in casual smart wears"/>
        </a:ext>
      </dgm:extLst>
    </dgm:pt>
    <dgm:pt modelId="{4BC73651-68AE-453E-A950-DD856727101D}" type="pres">
      <dgm:prSet presAssocID="{E52B610A-B252-4981-915C-658B569F6993}" presName="Subtitle" presStyleLbl="revTx" presStyleIdx="4" presStyleCnt="6">
        <dgm:presLayoutVars>
          <dgm:chMax val="0"/>
          <dgm:bulletEnabled/>
        </dgm:presLayoutVars>
      </dgm:prSet>
      <dgm:spPr/>
    </dgm:pt>
    <dgm:pt modelId="{9F1534ED-064F-42E9-92F9-2227D0B1F30F}" type="pres">
      <dgm:prSet presAssocID="{E52B610A-B252-4981-915C-658B569F6993}" presName="Description" presStyleLbl="revTx" presStyleIdx="5" presStyleCnt="6">
        <dgm:presLayoutVars>
          <dgm:bulletEnabled/>
        </dgm:presLayoutVars>
      </dgm:prSet>
      <dgm:spPr/>
    </dgm:pt>
  </dgm:ptLst>
  <dgm:cxnLst>
    <dgm:cxn modelId="{DC4A220C-DBBF-4A88-9CDB-1A395D468FBB}" srcId="{E52B610A-B252-4981-915C-658B569F6993}" destId="{C07B9DDD-455E-4BAD-9543-973056A1871E}" srcOrd="0" destOrd="0" parTransId="{3E1A46C7-74F2-4603-8A18-8ED24C7B6ABC}" sibTransId="{985F19FE-A79C-4B5B-8AD9-7A76017ECA42}"/>
    <dgm:cxn modelId="{85DF5737-0CF9-4D2A-A89F-A9ECC30BCB82}" srcId="{910770E8-3A82-4378-8DA1-A060DBB6EDF6}" destId="{1FB80B65-2DFC-4A70-8230-66FBE847DB0D}" srcOrd="0" destOrd="0" parTransId="{686E5DC4-13AD-444E-A2EA-A7DFBECD0A6D}" sibTransId="{C3DD2895-C6EF-4F96-B0CF-9F9A303A65E1}"/>
    <dgm:cxn modelId="{F0298E38-908D-45B7-97BE-8DE22B2338FF}" type="presOf" srcId="{049C30A1-E51F-416C-8482-8D40177EDEE4}" destId="{E8A51C2A-1771-4D2C-B7F1-59A65D27A185}" srcOrd="0" destOrd="0" presId="urn:microsoft.com/office/officeart/2024/3/layout/verticalVisualTextBlock1"/>
    <dgm:cxn modelId="{E215BB40-A7D7-4A5F-9618-E0C6E56476AD}" srcId="{049C30A1-E51F-416C-8482-8D40177EDEE4}" destId="{E52B610A-B252-4981-915C-658B569F6993}" srcOrd="2" destOrd="0" parTransId="{C29A990C-742C-48EC-9EE1-9B01C12F8F05}" sibTransId="{DAB1456B-923E-47BD-B269-58BE80EE6EAA}"/>
    <dgm:cxn modelId="{CAD76467-90DE-4151-AAEC-18C129F0F432}" type="presOf" srcId="{1FB80B65-2DFC-4A70-8230-66FBE847DB0D}" destId="{20056C44-9438-46C6-9B07-4807E44E906D}" srcOrd="0" destOrd="0" presId="urn:microsoft.com/office/officeart/2024/3/layout/verticalVisualTextBlock1"/>
    <dgm:cxn modelId="{EE2A6D54-2395-4CC9-9181-A024B141310F}" srcId="{049C30A1-E51F-416C-8482-8D40177EDEE4}" destId="{910770E8-3A82-4378-8DA1-A060DBB6EDF6}" srcOrd="0" destOrd="0" parTransId="{3728E9D2-9422-4218-8E1E-FD0B3CA59902}" sibTransId="{B2FD66B3-68E0-45C7-B300-00CB11DD71B4}"/>
    <dgm:cxn modelId="{BF74B574-4FBC-4688-8D2B-F84086279A47}" srcId="{818C162C-6DC5-47B1-AF96-078B0B33DA83}" destId="{8BBA5532-5AEA-4FC5-BD89-5679B94F1B44}" srcOrd="0" destOrd="0" parTransId="{22A9F30B-B992-4201-8AAE-942FFCF60213}" sibTransId="{9E072261-5F37-4763-A3CE-8813DD30AA72}"/>
    <dgm:cxn modelId="{97668D55-DB83-42F8-83DA-DB1FADAFF02A}" type="presOf" srcId="{2DABFF38-05F6-470C-96EB-25135F4BA28D}" destId="{F6F2274B-F53B-4C47-A7AC-7BAA4071A1B4}" srcOrd="0" destOrd="0" presId="urn:microsoft.com/office/officeart/2024/3/layout/verticalVisualTextBlock1"/>
    <dgm:cxn modelId="{F1524F7C-0F88-48D5-BA6D-B647DB1DCBFF}" type="presOf" srcId="{B2FD66B3-68E0-45C7-B300-00CB11DD71B4}" destId="{C4241C9A-EE93-45BF-A28F-D33879476873}" srcOrd="0" destOrd="0" presId="urn:microsoft.com/office/officeart/2024/3/layout/verticalVisualTextBlock1"/>
    <dgm:cxn modelId="{54601EA6-2313-49CC-BAD4-131081597AFB}" type="presOf" srcId="{8BBA5532-5AEA-4FC5-BD89-5679B94F1B44}" destId="{A279F9AF-E951-49B0-825F-2E3961F41F7A}" srcOrd="0" destOrd="0" presId="urn:microsoft.com/office/officeart/2024/3/layout/verticalVisualTextBlock1"/>
    <dgm:cxn modelId="{C9467EB3-88AB-48EF-97C5-EEF56F50C903}" type="presOf" srcId="{818C162C-6DC5-47B1-AF96-078B0B33DA83}" destId="{0230347C-AC8F-411B-B579-9B262216A929}" srcOrd="0" destOrd="0" presId="urn:microsoft.com/office/officeart/2024/3/layout/verticalVisualTextBlock1"/>
    <dgm:cxn modelId="{13D2ABC2-7829-4F36-8029-C6EC2DD1A0EF}" srcId="{049C30A1-E51F-416C-8482-8D40177EDEE4}" destId="{818C162C-6DC5-47B1-AF96-078B0B33DA83}" srcOrd="1" destOrd="0" parTransId="{16C6CF02-D419-4C5F-B51F-C7F2826FF8A1}" sibTransId="{2DABFF38-05F6-470C-96EB-25135F4BA28D}"/>
    <dgm:cxn modelId="{B98E6FD1-58C5-4893-AFF4-867A43E69A7C}" type="presOf" srcId="{E52B610A-B252-4981-915C-658B569F6993}" destId="{4BC73651-68AE-453E-A950-DD856727101D}" srcOrd="0" destOrd="0" presId="urn:microsoft.com/office/officeart/2024/3/layout/verticalVisualTextBlock1"/>
    <dgm:cxn modelId="{010B8CE3-4177-4E64-97ED-E49FBCF88DAC}" type="presOf" srcId="{C07B9DDD-455E-4BAD-9543-973056A1871E}" destId="{9F1534ED-064F-42E9-92F9-2227D0B1F30F}" srcOrd="0" destOrd="0" presId="urn:microsoft.com/office/officeart/2024/3/layout/verticalVisualTextBlock1"/>
    <dgm:cxn modelId="{D1FF13EF-D8FB-4C48-B4C6-50176A777C81}" type="presOf" srcId="{910770E8-3A82-4378-8DA1-A060DBB6EDF6}" destId="{8561D38F-9CF1-47F5-9019-9794FB413AFF}" srcOrd="0" destOrd="0" presId="urn:microsoft.com/office/officeart/2024/3/layout/verticalVisualTextBlock1"/>
    <dgm:cxn modelId="{A75C9885-B9C4-4908-B286-FB818BB6EFFE}" type="presParOf" srcId="{E8A51C2A-1771-4D2C-B7F1-59A65D27A185}" destId="{8E6801AA-1A5E-4129-B1EA-7DB7F3EF0056}" srcOrd="0" destOrd="0" presId="urn:microsoft.com/office/officeart/2024/3/layout/verticalVisualTextBlock1"/>
    <dgm:cxn modelId="{93980575-AB70-4624-B498-E370541CE108}" type="presParOf" srcId="{8E6801AA-1A5E-4129-B1EA-7DB7F3EF0056}" destId="{991622D8-93DA-481E-92CE-EC69D1A436E9}" srcOrd="0" destOrd="0" presId="urn:microsoft.com/office/officeart/2024/3/layout/verticalVisualTextBlock1"/>
    <dgm:cxn modelId="{86C93DE7-D1A8-472C-8EB1-10B770E92903}" type="presParOf" srcId="{8E6801AA-1A5E-4129-B1EA-7DB7F3EF0056}" destId="{8561D38F-9CF1-47F5-9019-9794FB413AFF}" srcOrd="1" destOrd="0" presId="urn:microsoft.com/office/officeart/2024/3/layout/verticalVisualTextBlock1"/>
    <dgm:cxn modelId="{901DE7A1-E267-4B85-BDF3-2B3B2592C467}" type="presParOf" srcId="{8E6801AA-1A5E-4129-B1EA-7DB7F3EF0056}" destId="{20056C44-9438-46C6-9B07-4807E44E906D}" srcOrd="2" destOrd="0" presId="urn:microsoft.com/office/officeart/2024/3/layout/verticalVisualTextBlock1"/>
    <dgm:cxn modelId="{F6EFBAAA-7A1E-4A35-826D-36C0AB514981}" type="presParOf" srcId="{E8A51C2A-1771-4D2C-B7F1-59A65D27A185}" destId="{C4241C9A-EE93-45BF-A28F-D33879476873}" srcOrd="1" destOrd="0" presId="urn:microsoft.com/office/officeart/2024/3/layout/verticalVisualTextBlock1"/>
    <dgm:cxn modelId="{4D1CDC36-1936-4228-931C-CC6ED546B78F}" type="presParOf" srcId="{E8A51C2A-1771-4D2C-B7F1-59A65D27A185}" destId="{AC6E0630-C1CC-4619-9B6D-6CBA3ADCA634}" srcOrd="2" destOrd="0" presId="urn:microsoft.com/office/officeart/2024/3/layout/verticalVisualTextBlock1"/>
    <dgm:cxn modelId="{0ACBD62B-08CB-483F-9B96-B33B74435D60}" type="presParOf" srcId="{AC6E0630-C1CC-4619-9B6D-6CBA3ADCA634}" destId="{6EAF7FE0-2EA6-4868-8211-80E35B6D5354}" srcOrd="0" destOrd="0" presId="urn:microsoft.com/office/officeart/2024/3/layout/verticalVisualTextBlock1"/>
    <dgm:cxn modelId="{D01865C2-9B80-498C-A1EF-F4E2C6EBAF27}" type="presParOf" srcId="{AC6E0630-C1CC-4619-9B6D-6CBA3ADCA634}" destId="{0230347C-AC8F-411B-B579-9B262216A929}" srcOrd="1" destOrd="0" presId="urn:microsoft.com/office/officeart/2024/3/layout/verticalVisualTextBlock1"/>
    <dgm:cxn modelId="{B4B5A4D9-3335-4B53-837C-EC03B87453EF}" type="presParOf" srcId="{AC6E0630-C1CC-4619-9B6D-6CBA3ADCA634}" destId="{A279F9AF-E951-49B0-825F-2E3961F41F7A}" srcOrd="2" destOrd="0" presId="urn:microsoft.com/office/officeart/2024/3/layout/verticalVisualTextBlock1"/>
    <dgm:cxn modelId="{55D05D7C-632C-49B9-A603-0A6599AE3F05}" type="presParOf" srcId="{E8A51C2A-1771-4D2C-B7F1-59A65D27A185}" destId="{F6F2274B-F53B-4C47-A7AC-7BAA4071A1B4}" srcOrd="3" destOrd="0" presId="urn:microsoft.com/office/officeart/2024/3/layout/verticalVisualTextBlock1"/>
    <dgm:cxn modelId="{2AEC2769-F9D1-492A-92E3-5EB5894B408A}" type="presParOf" srcId="{E8A51C2A-1771-4D2C-B7F1-59A65D27A185}" destId="{1D84650B-4115-47FD-93A7-AFAD7D89DD11}" srcOrd="4" destOrd="0" presId="urn:microsoft.com/office/officeart/2024/3/layout/verticalVisualTextBlock1"/>
    <dgm:cxn modelId="{9BA7B579-E052-4FA0-8B83-45D24E3181B8}" type="presParOf" srcId="{1D84650B-4115-47FD-93A7-AFAD7D89DD11}" destId="{7FC95B69-5550-4685-A929-BB4A993FFCAD}" srcOrd="0" destOrd="0" presId="urn:microsoft.com/office/officeart/2024/3/layout/verticalVisualTextBlock1"/>
    <dgm:cxn modelId="{0CF062B8-10DA-4E40-B47A-D89183A94AEE}" type="presParOf" srcId="{1D84650B-4115-47FD-93A7-AFAD7D89DD11}" destId="{4BC73651-68AE-453E-A950-DD856727101D}" srcOrd="1" destOrd="0" presId="urn:microsoft.com/office/officeart/2024/3/layout/verticalVisualTextBlock1"/>
    <dgm:cxn modelId="{62A62C15-A101-4FB4-BBF8-817D347DC4A6}" type="presParOf" srcId="{1D84650B-4115-47FD-93A7-AFAD7D89DD11}" destId="{9F1534ED-064F-42E9-92F9-2227D0B1F30F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71AA55-D8F2-4C19-84EC-7A567CE3D3D0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l-GR"/>
        </a:p>
      </dgm:t>
    </dgm:pt>
    <dgm:pt modelId="{D843D754-81CD-49E9-ACB7-073B24C32919}">
      <dgm:prSet phldrT="[Κείμενο]" phldr="0"/>
      <dgm:spPr/>
      <dgm:t>
        <a:bodyPr/>
        <a:lstStyle/>
        <a:p>
          <a:pPr rtl="0"/>
          <a:r>
            <a:rPr lang="el-GR" b="0">
              <a:latin typeface="Arial"/>
              <a:cs typeface="Arial"/>
            </a:rPr>
            <a:t>Follow up with a post-workshop survey </a:t>
          </a:r>
          <a:endParaRPr lang="el-GR" b="0"/>
        </a:p>
      </dgm:t>
    </dgm:pt>
    <dgm:pt modelId="{2155F931-7792-4D83-8680-99933736ADFD}" type="parTrans" cxnId="{DEE013F1-FF4A-4E30-9FD7-77BD8BF98C36}">
      <dgm:prSet/>
      <dgm:spPr/>
      <dgm:t>
        <a:bodyPr/>
        <a:lstStyle/>
        <a:p>
          <a:endParaRPr lang="el-GR"/>
        </a:p>
      </dgm:t>
    </dgm:pt>
    <dgm:pt modelId="{11832112-AABD-41DB-854A-1718DE84CF74}" type="sibTrans" cxnId="{DEE013F1-FF4A-4E30-9FD7-77BD8BF98C36}">
      <dgm:prSet/>
      <dgm:spPr/>
      <dgm:t>
        <a:bodyPr/>
        <a:lstStyle/>
        <a:p>
          <a:endParaRPr lang="el-GR"/>
        </a:p>
      </dgm:t>
    </dgm:pt>
    <dgm:pt modelId="{56422ECF-02E7-41AF-8ED1-98614763ADC5}">
      <dgm:prSet phldrT="[Κείμενο]" phldr="0"/>
      <dgm:spPr/>
      <dgm:t>
        <a:bodyPr/>
        <a:lstStyle/>
        <a:p>
          <a:pPr rtl="0"/>
          <a:r>
            <a:rPr lang="el-GR" b="0">
              <a:latin typeface="Arial"/>
              <a:cs typeface="Arial"/>
            </a:rPr>
            <a:t>Ask participants to apply what they learned in their daily digital interactions</a:t>
          </a:r>
          <a:endParaRPr lang="el-GR" b="0"/>
        </a:p>
      </dgm:t>
    </dgm:pt>
    <dgm:pt modelId="{53906DE6-1087-4898-92DD-7CED3A02A934}" type="parTrans" cxnId="{FA622E09-4634-4A70-99D8-09836A955192}">
      <dgm:prSet/>
      <dgm:spPr/>
      <dgm:t>
        <a:bodyPr/>
        <a:lstStyle/>
        <a:p>
          <a:endParaRPr lang="el-GR"/>
        </a:p>
      </dgm:t>
    </dgm:pt>
    <dgm:pt modelId="{2D006B44-E879-483C-9C55-A8456FF5AF39}" type="sibTrans" cxnId="{FA622E09-4634-4A70-99D8-09836A955192}">
      <dgm:prSet/>
      <dgm:spPr/>
      <dgm:t>
        <a:bodyPr/>
        <a:lstStyle/>
        <a:p>
          <a:endParaRPr lang="el-GR"/>
        </a:p>
      </dgm:t>
    </dgm:pt>
    <dgm:pt modelId="{01C18012-75DF-4891-8E8A-04E0FF22FA7B}">
      <dgm:prSet phldr="0"/>
      <dgm:spPr/>
      <dgm:t>
        <a:bodyPr/>
        <a:lstStyle/>
        <a:p>
          <a:pPr rtl="0"/>
          <a:r>
            <a:rPr lang="el-GR" b="1" err="1">
              <a:latin typeface="Arial"/>
              <a:cs typeface="Arial"/>
            </a:rPr>
            <a:t>Pre</a:t>
          </a:r>
          <a:r>
            <a:rPr lang="el-GR" b="1">
              <a:latin typeface="Arial"/>
              <a:cs typeface="Arial"/>
            </a:rPr>
            <a:t>- and Post-</a:t>
          </a:r>
          <a:r>
            <a:rPr lang="el-GR" b="1" err="1">
              <a:latin typeface="Arial"/>
              <a:cs typeface="Arial"/>
            </a:rPr>
            <a:t>Workshop</a:t>
          </a:r>
          <a:r>
            <a:rPr lang="el-GR" b="1">
              <a:latin typeface="Arial"/>
              <a:cs typeface="Arial"/>
            </a:rPr>
            <a:t> </a:t>
          </a:r>
          <a:r>
            <a:rPr lang="el-GR" b="1" err="1">
              <a:latin typeface="Arial"/>
              <a:cs typeface="Arial"/>
            </a:rPr>
            <a:t>Assess</a:t>
          </a:r>
          <a:endParaRPr lang="el-GR" err="1">
            <a:latin typeface="Aptos Display" panose="02110004020202020204"/>
          </a:endParaRPr>
        </a:p>
      </dgm:t>
    </dgm:pt>
    <dgm:pt modelId="{73DCC9D8-326E-44FE-A5EF-5B458D5DBE8E}" type="parTrans" cxnId="{2301BE6D-FD70-42B2-AA8B-2A2B2E8635A9}">
      <dgm:prSet/>
      <dgm:spPr/>
    </dgm:pt>
    <dgm:pt modelId="{0030856B-773D-474A-BD3D-084B96628275}" type="sibTrans" cxnId="{2301BE6D-FD70-42B2-AA8B-2A2B2E8635A9}">
      <dgm:prSet/>
      <dgm:spPr/>
    </dgm:pt>
    <dgm:pt modelId="{0960E857-FA5B-4EB8-9DC4-690086DC6416}">
      <dgm:prSet phldr="0"/>
      <dgm:spPr/>
      <dgm:t>
        <a:bodyPr/>
        <a:lstStyle/>
        <a:p>
          <a:pPr rtl="0"/>
          <a:r>
            <a:rPr lang="el-GR" b="0">
              <a:latin typeface="Arial"/>
              <a:cs typeface="Arial"/>
            </a:rPr>
            <a:t>Give a pre-workshop survey to assess current knowledge and behaviors.</a:t>
          </a:r>
          <a:endParaRPr lang="el-GR" b="0">
            <a:latin typeface="Aptos Display" panose="02110004020202020204"/>
          </a:endParaRPr>
        </a:p>
      </dgm:t>
    </dgm:pt>
    <dgm:pt modelId="{82B053CF-06B3-469D-9427-ABBA6D351E5C}" type="parTrans" cxnId="{73369511-6FB9-4FBE-A740-6C819F517B01}">
      <dgm:prSet/>
      <dgm:spPr/>
    </dgm:pt>
    <dgm:pt modelId="{AF429740-B18D-45D6-9768-EAEB9EB0BDBC}" type="sibTrans" cxnId="{73369511-6FB9-4FBE-A740-6C819F517B01}">
      <dgm:prSet/>
      <dgm:spPr/>
    </dgm:pt>
    <dgm:pt modelId="{0A7B2312-907A-432A-8AA2-DFA63B299977}">
      <dgm:prSet phldr="0"/>
      <dgm:spPr/>
      <dgm:t>
        <a:bodyPr/>
        <a:lstStyle/>
        <a:p>
          <a:pPr rtl="0"/>
          <a:r>
            <a:rPr lang="el-GR" b="1">
              <a:latin typeface="Arial"/>
              <a:cs typeface="Arial"/>
            </a:rPr>
            <a:t>Real-World </a:t>
          </a:r>
          <a:r>
            <a:rPr lang="el-GR" b="1" err="1">
              <a:latin typeface="Arial"/>
              <a:cs typeface="Arial"/>
            </a:rPr>
            <a:t>Application</a:t>
          </a:r>
          <a:r>
            <a:rPr lang="el-GR" b="1">
              <a:latin typeface="Arial"/>
              <a:cs typeface="Arial"/>
            </a:rPr>
            <a:t> </a:t>
          </a:r>
          <a:r>
            <a:rPr lang="el-GR" b="1" err="1">
              <a:latin typeface="Arial"/>
              <a:cs typeface="Arial"/>
            </a:rPr>
            <a:t>Assignments</a:t>
          </a:r>
          <a:endParaRPr lang="el-GR" err="1">
            <a:latin typeface="Aptos Display" panose="02110004020202020204"/>
          </a:endParaRPr>
        </a:p>
      </dgm:t>
    </dgm:pt>
    <dgm:pt modelId="{3E58924C-0A80-4A23-8B64-F6C205CBC4CB}" type="parTrans" cxnId="{3BEC0368-4FA4-4524-AD98-BB564CBB3F6B}">
      <dgm:prSet/>
      <dgm:spPr/>
    </dgm:pt>
    <dgm:pt modelId="{5991F5C2-86B9-46DC-9C08-D385D7AE526B}" type="sibTrans" cxnId="{3BEC0368-4FA4-4524-AD98-BB564CBB3F6B}">
      <dgm:prSet/>
      <dgm:spPr/>
    </dgm:pt>
    <dgm:pt modelId="{A83F30B7-99E4-407C-BF34-F65947F381D6}">
      <dgm:prSet phldr="0"/>
      <dgm:spPr/>
      <dgm:t>
        <a:bodyPr/>
        <a:lstStyle/>
        <a:p>
          <a:pPr rtl="0"/>
          <a:r>
            <a:rPr lang="el-GR" b="0" err="1">
              <a:latin typeface="Arial"/>
              <a:cs typeface="Arial"/>
            </a:rPr>
            <a:t>Have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them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submit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screenshots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or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reflections</a:t>
          </a:r>
          <a:r>
            <a:rPr lang="el-GR" b="0">
              <a:latin typeface="Arial"/>
              <a:cs typeface="Arial"/>
            </a:rPr>
            <a:t> on </a:t>
          </a:r>
          <a:r>
            <a:rPr lang="el-GR" b="0" err="1">
              <a:latin typeface="Arial"/>
              <a:cs typeface="Arial"/>
            </a:rPr>
            <a:t>how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they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applied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netiquette</a:t>
          </a:r>
          <a:r>
            <a:rPr lang="el-GR" b="0">
              <a:latin typeface="Arial"/>
              <a:cs typeface="Arial"/>
            </a:rPr>
            <a:t> </a:t>
          </a:r>
          <a:r>
            <a:rPr lang="el-GR" b="0" err="1">
              <a:latin typeface="Arial"/>
              <a:cs typeface="Arial"/>
            </a:rPr>
            <a:t>principles</a:t>
          </a:r>
          <a:r>
            <a:rPr lang="el-GR" b="0">
              <a:latin typeface="Arial"/>
              <a:cs typeface="Arial"/>
            </a:rPr>
            <a:t>.</a:t>
          </a:r>
          <a:endParaRPr lang="el-GR" b="0">
            <a:latin typeface="Aptos Display" panose="02110004020202020204"/>
          </a:endParaRPr>
        </a:p>
      </dgm:t>
    </dgm:pt>
    <dgm:pt modelId="{18C156CE-2D19-4943-B30D-5606F6B2E362}" type="parTrans" cxnId="{873BD368-B23F-4589-8603-4D540BABEB43}">
      <dgm:prSet/>
      <dgm:spPr/>
    </dgm:pt>
    <dgm:pt modelId="{B6839CF3-E05E-4057-B099-CC0F3004F5E0}" type="sibTrans" cxnId="{873BD368-B23F-4589-8603-4D540BABEB43}">
      <dgm:prSet/>
      <dgm:spPr/>
    </dgm:pt>
    <dgm:pt modelId="{72831FDA-401A-4FBB-9EDA-BFE30FEC62E5}">
      <dgm:prSet phldr="0"/>
      <dgm:spPr/>
      <dgm:t>
        <a:bodyPr/>
        <a:lstStyle/>
        <a:p>
          <a:pPr rtl="0"/>
          <a:r>
            <a:rPr lang="el-GR" b="1">
              <a:latin typeface="Arial"/>
              <a:cs typeface="Arial"/>
            </a:rPr>
            <a:t>Role-Playing &amp; Simulations</a:t>
          </a:r>
          <a:endParaRPr lang="el-GR">
            <a:latin typeface="Aptos Display" panose="02110004020202020204"/>
          </a:endParaRPr>
        </a:p>
      </dgm:t>
    </dgm:pt>
    <dgm:pt modelId="{22F672BA-5087-4C72-9F38-A0ED89AE1017}" type="parTrans" cxnId="{FFDE0455-DA84-4340-B92B-BCD201B55993}">
      <dgm:prSet/>
      <dgm:spPr/>
    </dgm:pt>
    <dgm:pt modelId="{EBEFF2FA-9C85-4AA7-9C24-E1CC21F7D01B}" type="sibTrans" cxnId="{FFDE0455-DA84-4340-B92B-BCD201B55993}">
      <dgm:prSet/>
      <dgm:spPr/>
    </dgm:pt>
    <dgm:pt modelId="{FDA6C80B-3022-4B4F-A11D-58AA59F362D1}">
      <dgm:prSet phldr="0"/>
      <dgm:spPr/>
      <dgm:t>
        <a:bodyPr/>
        <a:lstStyle/>
        <a:p>
          <a:pPr rtl="0"/>
          <a:r>
            <a:rPr lang="el-GR" b="0">
              <a:latin typeface="Arial"/>
              <a:cs typeface="Arial"/>
            </a:rPr>
            <a:t>During the workshop, use scenarios and role-playing to observe how participants respond to digital communication challenges.</a:t>
          </a:r>
          <a:endParaRPr lang="el-GR" b="0">
            <a:latin typeface="Aptos Display" panose="02110004020202020204"/>
          </a:endParaRPr>
        </a:p>
      </dgm:t>
    </dgm:pt>
    <dgm:pt modelId="{3CE3D673-7905-425D-A77B-34D0A5962EA4}" type="parTrans" cxnId="{4CA50806-458C-45AC-8BF3-F88840E39E4E}">
      <dgm:prSet/>
      <dgm:spPr/>
    </dgm:pt>
    <dgm:pt modelId="{22114F07-9494-45B2-82F4-B98EAAF6A353}" type="sibTrans" cxnId="{4CA50806-458C-45AC-8BF3-F88840E39E4E}">
      <dgm:prSet/>
      <dgm:spPr/>
    </dgm:pt>
    <dgm:pt modelId="{E178E323-6312-4556-95CE-0571199D09A1}">
      <dgm:prSet phldr="0"/>
      <dgm:spPr/>
      <dgm:t>
        <a:bodyPr/>
        <a:lstStyle/>
        <a:p>
          <a:pPr algn="l" rtl="0"/>
          <a:r>
            <a:rPr lang="el-GR" b="0">
              <a:latin typeface="Arial"/>
              <a:cs typeface="Arial"/>
            </a:rPr>
            <a:t>Provide feedback and adjustments to improve real-world application.</a:t>
          </a:r>
          <a:endParaRPr lang="en-US" b="0">
            <a:latin typeface="Aptos Display" panose="02110004020202020204"/>
          </a:endParaRPr>
        </a:p>
      </dgm:t>
    </dgm:pt>
    <dgm:pt modelId="{5008819F-7897-4504-B0C8-1989A93EDD72}" type="parTrans" cxnId="{0F6038A0-4EA2-46FD-8715-E36E299AEDD5}">
      <dgm:prSet/>
      <dgm:spPr/>
    </dgm:pt>
    <dgm:pt modelId="{F3E976B6-7CB0-46B5-8F3C-CF98C07C4BEF}" type="sibTrans" cxnId="{0F6038A0-4EA2-46FD-8715-E36E299AEDD5}">
      <dgm:prSet/>
      <dgm:spPr/>
    </dgm:pt>
    <dgm:pt modelId="{A2876BBB-4264-4723-AA73-89F2F31D3F39}" type="pres">
      <dgm:prSet presAssocID="{4871AA55-D8F2-4C19-84EC-7A567CE3D3D0}" presName="Name0" presStyleCnt="0">
        <dgm:presLayoutVars>
          <dgm:dir/>
          <dgm:animLvl val="lvl"/>
          <dgm:resizeHandles val="exact"/>
        </dgm:presLayoutVars>
      </dgm:prSet>
      <dgm:spPr/>
    </dgm:pt>
    <dgm:pt modelId="{F153C178-A99B-4D17-AEBF-6929C2BF6A9C}" type="pres">
      <dgm:prSet presAssocID="{01C18012-75DF-4891-8E8A-04E0FF22FA7B}" presName="composite" presStyleCnt="0"/>
      <dgm:spPr/>
    </dgm:pt>
    <dgm:pt modelId="{044EC0B1-6128-49CC-AF15-525904D4E006}" type="pres">
      <dgm:prSet presAssocID="{01C18012-75DF-4891-8E8A-04E0FF22FA7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C5699DE-FBF5-4F34-9FCC-320A7AA29391}" type="pres">
      <dgm:prSet presAssocID="{01C18012-75DF-4891-8E8A-04E0FF22FA7B}" presName="desTx" presStyleLbl="alignAccFollowNode1" presStyleIdx="0" presStyleCnt="3">
        <dgm:presLayoutVars>
          <dgm:bulletEnabled val="1"/>
        </dgm:presLayoutVars>
      </dgm:prSet>
      <dgm:spPr/>
    </dgm:pt>
    <dgm:pt modelId="{B1358908-EDF6-421A-BDA4-2CF56D96C9E0}" type="pres">
      <dgm:prSet presAssocID="{0030856B-773D-474A-BD3D-084B96628275}" presName="space" presStyleCnt="0"/>
      <dgm:spPr/>
    </dgm:pt>
    <dgm:pt modelId="{2E27E8CA-FE9F-42EA-B90B-D97CADDA7682}" type="pres">
      <dgm:prSet presAssocID="{0A7B2312-907A-432A-8AA2-DFA63B299977}" presName="composite" presStyleCnt="0"/>
      <dgm:spPr/>
    </dgm:pt>
    <dgm:pt modelId="{8E1E53CB-3E74-4CB7-B697-F65F7D327E5E}" type="pres">
      <dgm:prSet presAssocID="{0A7B2312-907A-432A-8AA2-DFA63B29997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B9502B-23D5-4D25-9394-E854BCF6A492}" type="pres">
      <dgm:prSet presAssocID="{0A7B2312-907A-432A-8AA2-DFA63B299977}" presName="desTx" presStyleLbl="alignAccFollowNode1" presStyleIdx="1" presStyleCnt="3">
        <dgm:presLayoutVars>
          <dgm:bulletEnabled val="1"/>
        </dgm:presLayoutVars>
      </dgm:prSet>
      <dgm:spPr/>
    </dgm:pt>
    <dgm:pt modelId="{D6BFCEA8-8A8B-4EC2-AAA2-89D377FE0CD8}" type="pres">
      <dgm:prSet presAssocID="{5991F5C2-86B9-46DC-9C08-D385D7AE526B}" presName="space" presStyleCnt="0"/>
      <dgm:spPr/>
    </dgm:pt>
    <dgm:pt modelId="{8F5137C9-E065-4FF6-992B-5A660A6BE21C}" type="pres">
      <dgm:prSet presAssocID="{72831FDA-401A-4FBB-9EDA-BFE30FEC62E5}" presName="composite" presStyleCnt="0"/>
      <dgm:spPr/>
    </dgm:pt>
    <dgm:pt modelId="{2E816D61-54F8-4660-92DB-B5E7DE02B7CC}" type="pres">
      <dgm:prSet presAssocID="{72831FDA-401A-4FBB-9EDA-BFE30FEC62E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D3AFE57-06F2-4FE9-A876-AAA345906E54}" type="pres">
      <dgm:prSet presAssocID="{72831FDA-401A-4FBB-9EDA-BFE30FEC62E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CA50806-458C-45AC-8BF3-F88840E39E4E}" srcId="{72831FDA-401A-4FBB-9EDA-BFE30FEC62E5}" destId="{FDA6C80B-3022-4B4F-A11D-58AA59F362D1}" srcOrd="0" destOrd="0" parTransId="{3CE3D673-7905-425D-A77B-34D0A5962EA4}" sibTransId="{22114F07-9494-45B2-82F4-B98EAAF6A353}"/>
    <dgm:cxn modelId="{FA622E09-4634-4A70-99D8-09836A955192}" srcId="{0A7B2312-907A-432A-8AA2-DFA63B299977}" destId="{56422ECF-02E7-41AF-8ED1-98614763ADC5}" srcOrd="0" destOrd="0" parTransId="{53906DE6-1087-4898-92DD-7CED3A02A934}" sibTransId="{2D006B44-E879-483C-9C55-A8456FF5AF39}"/>
    <dgm:cxn modelId="{100B9210-67CC-4545-9D96-2621B146E8FE}" type="presOf" srcId="{0960E857-FA5B-4EB8-9DC4-690086DC6416}" destId="{5C5699DE-FBF5-4F34-9FCC-320A7AA29391}" srcOrd="0" destOrd="0" presId="urn:microsoft.com/office/officeart/2005/8/layout/hList1"/>
    <dgm:cxn modelId="{73369511-6FB9-4FBE-A740-6C819F517B01}" srcId="{01C18012-75DF-4891-8E8A-04E0FF22FA7B}" destId="{0960E857-FA5B-4EB8-9DC4-690086DC6416}" srcOrd="0" destOrd="0" parTransId="{82B053CF-06B3-469D-9427-ABBA6D351E5C}" sibTransId="{AF429740-B18D-45D6-9768-EAEB9EB0BDBC}"/>
    <dgm:cxn modelId="{3AD7C436-C780-4781-8C40-AAD320B693AB}" type="presOf" srcId="{0A7B2312-907A-432A-8AA2-DFA63B299977}" destId="{8E1E53CB-3E74-4CB7-B697-F65F7D327E5E}" srcOrd="0" destOrd="0" presId="urn:microsoft.com/office/officeart/2005/8/layout/hList1"/>
    <dgm:cxn modelId="{3BEC0368-4FA4-4524-AD98-BB564CBB3F6B}" srcId="{4871AA55-D8F2-4C19-84EC-7A567CE3D3D0}" destId="{0A7B2312-907A-432A-8AA2-DFA63B299977}" srcOrd="1" destOrd="0" parTransId="{3E58924C-0A80-4A23-8B64-F6C205CBC4CB}" sibTransId="{5991F5C2-86B9-46DC-9C08-D385D7AE526B}"/>
    <dgm:cxn modelId="{873BD368-B23F-4589-8603-4D540BABEB43}" srcId="{0A7B2312-907A-432A-8AA2-DFA63B299977}" destId="{A83F30B7-99E4-407C-BF34-F65947F381D6}" srcOrd="1" destOrd="0" parTransId="{18C156CE-2D19-4943-B30D-5606F6B2E362}" sibTransId="{B6839CF3-E05E-4057-B099-CC0F3004F5E0}"/>
    <dgm:cxn modelId="{2301BE6D-FD70-42B2-AA8B-2A2B2E8635A9}" srcId="{4871AA55-D8F2-4C19-84EC-7A567CE3D3D0}" destId="{01C18012-75DF-4891-8E8A-04E0FF22FA7B}" srcOrd="0" destOrd="0" parTransId="{73DCC9D8-326E-44FE-A5EF-5B458D5DBE8E}" sibTransId="{0030856B-773D-474A-BD3D-084B96628275}"/>
    <dgm:cxn modelId="{7672A152-FD99-4A4E-884D-AA22188DDB7D}" type="presOf" srcId="{D843D754-81CD-49E9-ACB7-073B24C32919}" destId="{5C5699DE-FBF5-4F34-9FCC-320A7AA29391}" srcOrd="0" destOrd="1" presId="urn:microsoft.com/office/officeart/2005/8/layout/hList1"/>
    <dgm:cxn modelId="{FFDE0455-DA84-4340-B92B-BCD201B55993}" srcId="{4871AA55-D8F2-4C19-84EC-7A567CE3D3D0}" destId="{72831FDA-401A-4FBB-9EDA-BFE30FEC62E5}" srcOrd="2" destOrd="0" parTransId="{22F672BA-5087-4C72-9F38-A0ED89AE1017}" sibTransId="{EBEFF2FA-9C85-4AA7-9C24-E1CC21F7D01B}"/>
    <dgm:cxn modelId="{B0C8947F-E36C-4957-A29B-151766623FCA}" type="presOf" srcId="{56422ECF-02E7-41AF-8ED1-98614763ADC5}" destId="{D4B9502B-23D5-4D25-9394-E854BCF6A492}" srcOrd="0" destOrd="0" presId="urn:microsoft.com/office/officeart/2005/8/layout/hList1"/>
    <dgm:cxn modelId="{DE78D692-23DB-4896-B76C-97F1843C8240}" type="presOf" srcId="{FDA6C80B-3022-4B4F-A11D-58AA59F362D1}" destId="{4D3AFE57-06F2-4FE9-A876-AAA345906E54}" srcOrd="0" destOrd="0" presId="urn:microsoft.com/office/officeart/2005/8/layout/hList1"/>
    <dgm:cxn modelId="{A130649D-E71A-4156-B6E0-3C3C6EF2F0F8}" type="presOf" srcId="{4871AA55-D8F2-4C19-84EC-7A567CE3D3D0}" destId="{A2876BBB-4264-4723-AA73-89F2F31D3F39}" srcOrd="0" destOrd="0" presId="urn:microsoft.com/office/officeart/2005/8/layout/hList1"/>
    <dgm:cxn modelId="{0F6038A0-4EA2-46FD-8715-E36E299AEDD5}" srcId="{72831FDA-401A-4FBB-9EDA-BFE30FEC62E5}" destId="{E178E323-6312-4556-95CE-0571199D09A1}" srcOrd="1" destOrd="0" parTransId="{5008819F-7897-4504-B0C8-1989A93EDD72}" sibTransId="{F3E976B6-7CB0-46B5-8F3C-CF98C07C4BEF}"/>
    <dgm:cxn modelId="{A9DE2FBB-8A43-44AC-99EC-8704FD9BCDF7}" type="presOf" srcId="{A83F30B7-99E4-407C-BF34-F65947F381D6}" destId="{D4B9502B-23D5-4D25-9394-E854BCF6A492}" srcOrd="0" destOrd="1" presId="urn:microsoft.com/office/officeart/2005/8/layout/hList1"/>
    <dgm:cxn modelId="{5ED762C4-B7D2-4F38-9CC1-AEDB9F0C1B81}" type="presOf" srcId="{E178E323-6312-4556-95CE-0571199D09A1}" destId="{4D3AFE57-06F2-4FE9-A876-AAA345906E54}" srcOrd="0" destOrd="1" presId="urn:microsoft.com/office/officeart/2005/8/layout/hList1"/>
    <dgm:cxn modelId="{DEE013F1-FF4A-4E30-9FD7-77BD8BF98C36}" srcId="{01C18012-75DF-4891-8E8A-04E0FF22FA7B}" destId="{D843D754-81CD-49E9-ACB7-073B24C32919}" srcOrd="1" destOrd="0" parTransId="{2155F931-7792-4D83-8680-99933736ADFD}" sibTransId="{11832112-AABD-41DB-854A-1718DE84CF74}"/>
    <dgm:cxn modelId="{3CB49CF2-6688-48E9-8A0B-5D587F960274}" type="presOf" srcId="{72831FDA-401A-4FBB-9EDA-BFE30FEC62E5}" destId="{2E816D61-54F8-4660-92DB-B5E7DE02B7CC}" srcOrd="0" destOrd="0" presId="urn:microsoft.com/office/officeart/2005/8/layout/hList1"/>
    <dgm:cxn modelId="{6C6B1BFE-C31D-4162-A5FD-5C2125ADB52E}" type="presOf" srcId="{01C18012-75DF-4891-8E8A-04E0FF22FA7B}" destId="{044EC0B1-6128-49CC-AF15-525904D4E006}" srcOrd="0" destOrd="0" presId="urn:microsoft.com/office/officeart/2005/8/layout/hList1"/>
    <dgm:cxn modelId="{B61E6825-F7F8-4416-8417-488FEDE0F6E6}" type="presParOf" srcId="{A2876BBB-4264-4723-AA73-89F2F31D3F39}" destId="{F153C178-A99B-4D17-AEBF-6929C2BF6A9C}" srcOrd="0" destOrd="0" presId="urn:microsoft.com/office/officeart/2005/8/layout/hList1"/>
    <dgm:cxn modelId="{084C22BB-EED5-4A59-B24F-FF491C65D16D}" type="presParOf" srcId="{F153C178-A99B-4D17-AEBF-6929C2BF6A9C}" destId="{044EC0B1-6128-49CC-AF15-525904D4E006}" srcOrd="0" destOrd="0" presId="urn:microsoft.com/office/officeart/2005/8/layout/hList1"/>
    <dgm:cxn modelId="{3DD16BFA-856D-45E9-A887-3AF5E0651630}" type="presParOf" srcId="{F153C178-A99B-4D17-AEBF-6929C2BF6A9C}" destId="{5C5699DE-FBF5-4F34-9FCC-320A7AA29391}" srcOrd="1" destOrd="0" presId="urn:microsoft.com/office/officeart/2005/8/layout/hList1"/>
    <dgm:cxn modelId="{8D4B27D4-6566-4A9D-9FE8-76649D80475C}" type="presParOf" srcId="{A2876BBB-4264-4723-AA73-89F2F31D3F39}" destId="{B1358908-EDF6-421A-BDA4-2CF56D96C9E0}" srcOrd="1" destOrd="0" presId="urn:microsoft.com/office/officeart/2005/8/layout/hList1"/>
    <dgm:cxn modelId="{D1767A78-C792-4957-A2FA-11EA52C9996F}" type="presParOf" srcId="{A2876BBB-4264-4723-AA73-89F2F31D3F39}" destId="{2E27E8CA-FE9F-42EA-B90B-D97CADDA7682}" srcOrd="2" destOrd="0" presId="urn:microsoft.com/office/officeart/2005/8/layout/hList1"/>
    <dgm:cxn modelId="{84A7FDFF-F648-47ED-9CFF-DD3BECA9E104}" type="presParOf" srcId="{2E27E8CA-FE9F-42EA-B90B-D97CADDA7682}" destId="{8E1E53CB-3E74-4CB7-B697-F65F7D327E5E}" srcOrd="0" destOrd="0" presId="urn:microsoft.com/office/officeart/2005/8/layout/hList1"/>
    <dgm:cxn modelId="{3C177D2E-2AEA-40B9-8D5B-7A10182825B7}" type="presParOf" srcId="{2E27E8CA-FE9F-42EA-B90B-D97CADDA7682}" destId="{D4B9502B-23D5-4D25-9394-E854BCF6A492}" srcOrd="1" destOrd="0" presId="urn:microsoft.com/office/officeart/2005/8/layout/hList1"/>
    <dgm:cxn modelId="{3F478E67-E019-45F7-B470-4E4F670B8EBC}" type="presParOf" srcId="{A2876BBB-4264-4723-AA73-89F2F31D3F39}" destId="{D6BFCEA8-8A8B-4EC2-AAA2-89D377FE0CD8}" srcOrd="3" destOrd="0" presId="urn:microsoft.com/office/officeart/2005/8/layout/hList1"/>
    <dgm:cxn modelId="{EA2822FA-D5C7-458C-B0F0-9D383CF02FA2}" type="presParOf" srcId="{A2876BBB-4264-4723-AA73-89F2F31D3F39}" destId="{8F5137C9-E065-4FF6-992B-5A660A6BE21C}" srcOrd="4" destOrd="0" presId="urn:microsoft.com/office/officeart/2005/8/layout/hList1"/>
    <dgm:cxn modelId="{B4374CAC-F816-4FBE-A56B-4C1A3EEC30DD}" type="presParOf" srcId="{8F5137C9-E065-4FF6-992B-5A660A6BE21C}" destId="{2E816D61-54F8-4660-92DB-B5E7DE02B7CC}" srcOrd="0" destOrd="0" presId="urn:microsoft.com/office/officeart/2005/8/layout/hList1"/>
    <dgm:cxn modelId="{D840177B-9C5A-42C8-AB50-265DFA1366A5}" type="presParOf" srcId="{8F5137C9-E065-4FF6-992B-5A660A6BE21C}" destId="{4D3AFE57-06F2-4FE9-A876-AAA345906E5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F5F564-2C1A-4206-ABCB-2A2C3140B036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A2F3C336-D883-4BBE-BC36-8EE50F3ABB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Acronyms for Memory</a:t>
          </a:r>
        </a:p>
      </dgm:t>
    </dgm:pt>
    <dgm:pt modelId="{C6380074-2997-4CAC-B717-6EEFE20F0F70}" type="parTrans" cxnId="{58AF365C-9FE2-47ED-9155-9DC57F465E9F}">
      <dgm:prSet/>
      <dgm:spPr/>
      <dgm:t>
        <a:bodyPr/>
        <a:lstStyle/>
        <a:p>
          <a:endParaRPr lang="en-US"/>
        </a:p>
      </dgm:t>
    </dgm:pt>
    <dgm:pt modelId="{C9139D33-66AA-4896-AD7D-B043B65F4E03}" type="sibTrans" cxnId="{58AF365C-9FE2-47ED-9155-9DC57F465E9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2D5ADCB-C762-4DFC-80CD-17325B783456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/>
            <a:t>Acronyms can simplify complex information and make it easier to remember critical concepts in effective communication.</a:t>
          </a:r>
        </a:p>
      </dgm:t>
    </dgm:pt>
    <dgm:pt modelId="{23C19716-27B8-4856-AE4E-95361F5AD0E3}" type="parTrans" cxnId="{6B83AD9A-CC14-432D-8087-5945942F83B6}">
      <dgm:prSet/>
      <dgm:spPr/>
      <dgm:t>
        <a:bodyPr/>
        <a:lstStyle/>
        <a:p>
          <a:endParaRPr lang="en-US"/>
        </a:p>
      </dgm:t>
    </dgm:pt>
    <dgm:pt modelId="{CCA6CD42-DA48-4231-90B9-277BAFAF79D1}" type="sibTrans" cxnId="{6B83AD9A-CC14-432D-8087-5945942F83B6}">
      <dgm:prSet/>
      <dgm:spPr/>
      <dgm:t>
        <a:bodyPr/>
        <a:lstStyle/>
        <a:p>
          <a:endParaRPr lang="en-US"/>
        </a:p>
      </dgm:t>
    </dgm:pt>
    <dgm:pt modelId="{924DFAC9-DB87-49E5-B5C7-E2E7F1D3D9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Importance of Clarity</a:t>
          </a:r>
        </a:p>
      </dgm:t>
    </dgm:pt>
    <dgm:pt modelId="{50697BE1-2CEA-41F9-8D2B-61CED2EB7E5A}" type="parTrans" cxnId="{22BE486C-1084-4E11-B52C-34AAECB11133}">
      <dgm:prSet/>
      <dgm:spPr/>
      <dgm:t>
        <a:bodyPr/>
        <a:lstStyle/>
        <a:p>
          <a:endParaRPr lang="en-US"/>
        </a:p>
      </dgm:t>
    </dgm:pt>
    <dgm:pt modelId="{FE3BA8B6-5A4E-41B3-86D4-E2C45BD9490E}" type="sibTrans" cxnId="{22BE486C-1084-4E11-B52C-34AAECB11133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9658CE7-175F-4989-B04C-70A1892331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Clarity in emails ensures the message is understood by the recipient, reducing confusion and enhancing communication.</a:t>
          </a:r>
        </a:p>
      </dgm:t>
    </dgm:pt>
    <dgm:pt modelId="{776B3687-0C99-4C34-A734-7B36164D733F}" type="parTrans" cxnId="{EFEDB431-C850-438E-976C-46ED4E9E06AA}">
      <dgm:prSet/>
      <dgm:spPr/>
      <dgm:t>
        <a:bodyPr/>
        <a:lstStyle/>
        <a:p>
          <a:endParaRPr lang="en-US"/>
        </a:p>
      </dgm:t>
    </dgm:pt>
    <dgm:pt modelId="{B57B66CD-79A0-4773-86E3-F0C792BF9D50}" type="sibTrans" cxnId="{EFEDB431-C850-438E-976C-46ED4E9E06AA}">
      <dgm:prSet/>
      <dgm:spPr/>
      <dgm:t>
        <a:bodyPr/>
        <a:lstStyle/>
        <a:p>
          <a:endParaRPr lang="en-US"/>
        </a:p>
      </dgm:t>
    </dgm:pt>
    <dgm:pt modelId="{040BCBFA-A68D-4295-9CF4-DEED9BBD33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Emphasizing Empathy</a:t>
          </a:r>
        </a:p>
      </dgm:t>
    </dgm:pt>
    <dgm:pt modelId="{DBBC1C5D-A434-4188-A4BA-9B359CC63640}" type="parTrans" cxnId="{69D0D61D-A4C7-451B-9072-AD41414A36D6}">
      <dgm:prSet/>
      <dgm:spPr/>
      <dgm:t>
        <a:bodyPr/>
        <a:lstStyle/>
        <a:p>
          <a:endParaRPr lang="en-US"/>
        </a:p>
      </dgm:t>
    </dgm:pt>
    <dgm:pt modelId="{3D532B73-3E36-4CEA-8990-27977659AD28}" type="sibTrans" cxnId="{69D0D61D-A4C7-451B-9072-AD41414A36D6}">
      <dgm:prSet/>
      <dgm:spPr/>
      <dgm:t>
        <a:bodyPr/>
        <a:lstStyle/>
        <a:p>
          <a:endParaRPr lang="en-US"/>
        </a:p>
      </dgm:t>
    </dgm:pt>
    <dgm:pt modelId="{1F1A1B0B-97A8-49A9-822D-05BB10B533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Incorporating empathy in emails fosters better relationships and understanding between the sender and recipient.</a:t>
          </a:r>
        </a:p>
      </dgm:t>
    </dgm:pt>
    <dgm:pt modelId="{70F224EF-25AE-44AC-BB94-679BFB826BC5}" type="parTrans" cxnId="{B2F9412A-7C24-44B4-A037-64569C8DD60C}">
      <dgm:prSet/>
      <dgm:spPr/>
      <dgm:t>
        <a:bodyPr/>
        <a:lstStyle/>
        <a:p>
          <a:endParaRPr lang="en-US"/>
        </a:p>
      </dgm:t>
    </dgm:pt>
    <dgm:pt modelId="{1B663CD7-10C0-4D04-9BA0-68C310DA0020}" type="sibTrans" cxnId="{B2F9412A-7C24-44B4-A037-64569C8DD60C}">
      <dgm:prSet/>
      <dgm:spPr/>
      <dgm:t>
        <a:bodyPr/>
        <a:lstStyle/>
        <a:p>
          <a:endParaRPr lang="en-US"/>
        </a:p>
      </dgm:t>
    </dgm:pt>
    <dgm:pt modelId="{A812A48F-AF73-4D70-A795-37CAEAB80C92}" type="pres">
      <dgm:prSet presAssocID="{C8F5F564-2C1A-4206-ABCB-2A2C3140B036}" presName="Root" presStyleCnt="0">
        <dgm:presLayoutVars>
          <dgm:dir/>
          <dgm:resizeHandles val="exact"/>
        </dgm:presLayoutVars>
      </dgm:prSet>
      <dgm:spPr/>
    </dgm:pt>
    <dgm:pt modelId="{0FE23224-E647-4F86-996E-5C954D3FE9DE}" type="pres">
      <dgm:prSet presAssocID="{A2F3C336-D883-4BBE-BC36-8EE50F3ABBA4}" presName="Composite" presStyleCnt="0"/>
      <dgm:spPr/>
    </dgm:pt>
    <dgm:pt modelId="{E4C7DA04-835B-43C9-97DC-012F14974ECF}" type="pres">
      <dgm:prSet presAssocID="{A2F3C336-D883-4BBE-BC36-8EE50F3ABBA4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2" r="14157" b="-2"/>
          <a:stretch/>
        </a:blipFill>
      </dgm:spPr>
      <dgm:extLst>
        <a:ext uri="{E40237B7-FDA0-4F09-8148-C483321AD2D9}">
          <dgm14:cNvPr xmlns:dgm14="http://schemas.microsoft.com/office/drawing/2010/diagram" id="0" name="" descr="Customers in Puzzle Words"/>
        </a:ext>
      </dgm:extLst>
    </dgm:pt>
    <dgm:pt modelId="{814F236E-8B85-400F-9372-2AE865D441FE}" type="pres">
      <dgm:prSet presAssocID="{A2F3C336-D883-4BBE-BC36-8EE50F3ABBA4}" presName="Subtitle" presStyleLbl="revTx" presStyleIdx="0" presStyleCnt="6">
        <dgm:presLayoutVars>
          <dgm:chMax val="0"/>
          <dgm:bulletEnabled/>
        </dgm:presLayoutVars>
      </dgm:prSet>
      <dgm:spPr/>
    </dgm:pt>
    <dgm:pt modelId="{6E077D43-8706-437C-A779-E20FCABE1279}" type="pres">
      <dgm:prSet presAssocID="{A2F3C336-D883-4BBE-BC36-8EE50F3ABBA4}" presName="Description" presStyleLbl="revTx" presStyleIdx="1" presStyleCnt="6">
        <dgm:presLayoutVars>
          <dgm:bulletEnabled/>
        </dgm:presLayoutVars>
      </dgm:prSet>
      <dgm:spPr/>
    </dgm:pt>
    <dgm:pt modelId="{78B7964E-70E8-41BE-B111-85F58AACCCE0}" type="pres">
      <dgm:prSet presAssocID="{C9139D33-66AA-4896-AD7D-B043B65F4E03}" presName="sibTrans" presStyleLbl="sibTrans2D1" presStyleIdx="0" presStyleCnt="0"/>
      <dgm:spPr/>
    </dgm:pt>
    <dgm:pt modelId="{1C276B98-D4DD-4C9A-A6C9-68FA1582BC4B}" type="pres">
      <dgm:prSet presAssocID="{924DFAC9-DB87-49E5-B5C7-E2E7F1D3D9F5}" presName="Composite" presStyleCnt="0"/>
      <dgm:spPr/>
    </dgm:pt>
    <dgm:pt modelId="{78DB6FCA-7747-4BD1-AFE7-0E5E1EFEA6E6}" type="pres">
      <dgm:prSet presAssocID="{924DFAC9-DB87-49E5-B5C7-E2E7F1D3D9F5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7" r="16832" b="-2"/>
          <a:stretch/>
        </a:blipFill>
      </dgm:spPr>
      <dgm:extLst>
        <a:ext uri="{E40237B7-FDA0-4F09-8148-C483321AD2D9}">
          <dgm14:cNvPr xmlns:dgm14="http://schemas.microsoft.com/office/drawing/2010/diagram" id="0" name="" descr="Colourful envelopes"/>
        </a:ext>
      </dgm:extLst>
    </dgm:pt>
    <dgm:pt modelId="{A928476E-59DE-4A58-9273-3FC4E099503A}" type="pres">
      <dgm:prSet presAssocID="{924DFAC9-DB87-49E5-B5C7-E2E7F1D3D9F5}" presName="Subtitle" presStyleLbl="revTx" presStyleIdx="2" presStyleCnt="6">
        <dgm:presLayoutVars>
          <dgm:chMax val="0"/>
          <dgm:bulletEnabled/>
        </dgm:presLayoutVars>
      </dgm:prSet>
      <dgm:spPr/>
    </dgm:pt>
    <dgm:pt modelId="{CF8D5BC7-F435-4818-A4ED-D027F064FEC9}" type="pres">
      <dgm:prSet presAssocID="{924DFAC9-DB87-49E5-B5C7-E2E7F1D3D9F5}" presName="Description" presStyleLbl="revTx" presStyleIdx="3" presStyleCnt="6">
        <dgm:presLayoutVars>
          <dgm:bulletEnabled/>
        </dgm:presLayoutVars>
      </dgm:prSet>
      <dgm:spPr/>
    </dgm:pt>
    <dgm:pt modelId="{E46613D5-7E36-4E58-883C-D9734FF1BA67}" type="pres">
      <dgm:prSet presAssocID="{FE3BA8B6-5A4E-41B3-86D4-E2C45BD9490E}" presName="sibTrans" presStyleLbl="sibTrans2D1" presStyleIdx="0" presStyleCnt="0"/>
      <dgm:spPr/>
    </dgm:pt>
    <dgm:pt modelId="{8D7D2B22-5A41-4E23-840A-3CE6A8FBEE89}" type="pres">
      <dgm:prSet presAssocID="{040BCBFA-A68D-4295-9CF4-DEED9BBD3367}" presName="Composite" presStyleCnt="0"/>
      <dgm:spPr/>
    </dgm:pt>
    <dgm:pt modelId="{16F932C7-9E0F-407F-BD33-FDF021BD76C4}" type="pres">
      <dgm:prSet presAssocID="{040BCBFA-A68D-4295-9CF4-DEED9BBD3367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5380" b="-2"/>
          <a:stretch/>
        </a:blipFill>
      </dgm:spPr>
      <dgm:extLst>
        <a:ext uri="{E40237B7-FDA0-4F09-8148-C483321AD2D9}">
          <dgm14:cNvPr xmlns:dgm14="http://schemas.microsoft.com/office/drawing/2010/diagram" id="0" name="" descr="Person holding mouse"/>
        </a:ext>
      </dgm:extLst>
    </dgm:pt>
    <dgm:pt modelId="{0775502C-B033-42AB-8716-69FE2047E0DB}" type="pres">
      <dgm:prSet presAssocID="{040BCBFA-A68D-4295-9CF4-DEED9BBD3367}" presName="Subtitle" presStyleLbl="revTx" presStyleIdx="4" presStyleCnt="6">
        <dgm:presLayoutVars>
          <dgm:chMax val="0"/>
          <dgm:bulletEnabled/>
        </dgm:presLayoutVars>
      </dgm:prSet>
      <dgm:spPr/>
    </dgm:pt>
    <dgm:pt modelId="{20D4644F-A283-47C4-8C24-78C5AD569497}" type="pres">
      <dgm:prSet presAssocID="{040BCBFA-A68D-4295-9CF4-DEED9BBD3367}" presName="Description" presStyleLbl="revTx" presStyleIdx="5" presStyleCnt="6">
        <dgm:presLayoutVars>
          <dgm:bulletEnabled/>
        </dgm:presLayoutVars>
      </dgm:prSet>
      <dgm:spPr/>
    </dgm:pt>
  </dgm:ptLst>
  <dgm:cxnLst>
    <dgm:cxn modelId="{69D0D61D-A4C7-451B-9072-AD41414A36D6}" srcId="{C8F5F564-2C1A-4206-ABCB-2A2C3140B036}" destId="{040BCBFA-A68D-4295-9CF4-DEED9BBD3367}" srcOrd="2" destOrd="0" parTransId="{DBBC1C5D-A434-4188-A4BA-9B359CC63640}" sibTransId="{3D532B73-3E36-4CEA-8990-27977659AD28}"/>
    <dgm:cxn modelId="{B2F9412A-7C24-44B4-A037-64569C8DD60C}" srcId="{040BCBFA-A68D-4295-9CF4-DEED9BBD3367}" destId="{1F1A1B0B-97A8-49A9-822D-05BB10B533C2}" srcOrd="0" destOrd="0" parTransId="{70F224EF-25AE-44AC-BB94-679BFB826BC5}" sibTransId="{1B663CD7-10C0-4D04-9BA0-68C310DA0020}"/>
    <dgm:cxn modelId="{09DB372B-151F-4F81-9E95-A1CC83A644B6}" type="presOf" srcId="{C9139D33-66AA-4896-AD7D-B043B65F4E03}" destId="{78B7964E-70E8-41BE-B111-85F58AACCCE0}" srcOrd="0" destOrd="0" presId="urn:microsoft.com/office/officeart/2024/3/layout/verticalVisualTextBlock1"/>
    <dgm:cxn modelId="{EFEDB431-C850-438E-976C-46ED4E9E06AA}" srcId="{924DFAC9-DB87-49E5-B5C7-E2E7F1D3D9F5}" destId="{39658CE7-175F-4989-B04C-70A189233156}" srcOrd="0" destOrd="0" parTransId="{776B3687-0C99-4C34-A734-7B36164D733F}" sibTransId="{B57B66CD-79A0-4773-86E3-F0C792BF9D50}"/>
    <dgm:cxn modelId="{6440E336-4F48-4E1C-A97A-DCEE99EAA438}" type="presOf" srcId="{C8F5F564-2C1A-4206-ABCB-2A2C3140B036}" destId="{A812A48F-AF73-4D70-A795-37CAEAB80C92}" srcOrd="0" destOrd="0" presId="urn:microsoft.com/office/officeart/2024/3/layout/verticalVisualTextBlock1"/>
    <dgm:cxn modelId="{58AF365C-9FE2-47ED-9155-9DC57F465E9F}" srcId="{C8F5F564-2C1A-4206-ABCB-2A2C3140B036}" destId="{A2F3C336-D883-4BBE-BC36-8EE50F3ABBA4}" srcOrd="0" destOrd="0" parTransId="{C6380074-2997-4CAC-B717-6EEFE20F0F70}" sibTransId="{C9139D33-66AA-4896-AD7D-B043B65F4E03}"/>
    <dgm:cxn modelId="{FAFD3669-2D20-42C8-9533-48537DD90778}" type="presOf" srcId="{FE3BA8B6-5A4E-41B3-86D4-E2C45BD9490E}" destId="{E46613D5-7E36-4E58-883C-D9734FF1BA67}" srcOrd="0" destOrd="0" presId="urn:microsoft.com/office/officeart/2024/3/layout/verticalVisualTextBlock1"/>
    <dgm:cxn modelId="{48BDF86A-6D3F-4D9E-836F-5D40112BDCEB}" type="presOf" srcId="{040BCBFA-A68D-4295-9CF4-DEED9BBD3367}" destId="{0775502C-B033-42AB-8716-69FE2047E0DB}" srcOrd="0" destOrd="0" presId="urn:microsoft.com/office/officeart/2024/3/layout/verticalVisualTextBlock1"/>
    <dgm:cxn modelId="{22BE486C-1084-4E11-B52C-34AAECB11133}" srcId="{C8F5F564-2C1A-4206-ABCB-2A2C3140B036}" destId="{924DFAC9-DB87-49E5-B5C7-E2E7F1D3D9F5}" srcOrd="1" destOrd="0" parTransId="{50697BE1-2CEA-41F9-8D2B-61CED2EB7E5A}" sibTransId="{FE3BA8B6-5A4E-41B3-86D4-E2C45BD9490E}"/>
    <dgm:cxn modelId="{4BD0DC53-E97A-4647-AD1D-1BA925EE00B1}" type="presOf" srcId="{1F1A1B0B-97A8-49A9-822D-05BB10B533C2}" destId="{20D4644F-A283-47C4-8C24-78C5AD569497}" srcOrd="0" destOrd="0" presId="urn:microsoft.com/office/officeart/2024/3/layout/verticalVisualTextBlock1"/>
    <dgm:cxn modelId="{9EC24C89-F004-4107-B3ED-F0B8EAB72D6B}" type="presOf" srcId="{39658CE7-175F-4989-B04C-70A189233156}" destId="{CF8D5BC7-F435-4818-A4ED-D027F064FEC9}" srcOrd="0" destOrd="0" presId="urn:microsoft.com/office/officeart/2024/3/layout/verticalVisualTextBlock1"/>
    <dgm:cxn modelId="{6B83AD9A-CC14-432D-8087-5945942F83B6}" srcId="{A2F3C336-D883-4BBE-BC36-8EE50F3ABBA4}" destId="{52D5ADCB-C762-4DFC-80CD-17325B783456}" srcOrd="0" destOrd="0" parTransId="{23C19716-27B8-4856-AE4E-95361F5AD0E3}" sibTransId="{CCA6CD42-DA48-4231-90B9-277BAFAF79D1}"/>
    <dgm:cxn modelId="{FED03BB6-4EF2-49C3-A128-8828762E70A9}" type="presOf" srcId="{52D5ADCB-C762-4DFC-80CD-17325B783456}" destId="{6E077D43-8706-437C-A779-E20FCABE1279}" srcOrd="0" destOrd="0" presId="urn:microsoft.com/office/officeart/2024/3/layout/verticalVisualTextBlock1"/>
    <dgm:cxn modelId="{D76719B7-E128-4B64-B225-484E7B7131D6}" type="presOf" srcId="{924DFAC9-DB87-49E5-B5C7-E2E7F1D3D9F5}" destId="{A928476E-59DE-4A58-9273-3FC4E099503A}" srcOrd="0" destOrd="0" presId="urn:microsoft.com/office/officeart/2024/3/layout/verticalVisualTextBlock1"/>
    <dgm:cxn modelId="{90B104CA-6F4F-4584-AD80-837798A8B478}" type="presOf" srcId="{A2F3C336-D883-4BBE-BC36-8EE50F3ABBA4}" destId="{814F236E-8B85-400F-9372-2AE865D441FE}" srcOrd="0" destOrd="0" presId="urn:microsoft.com/office/officeart/2024/3/layout/verticalVisualTextBlock1"/>
    <dgm:cxn modelId="{B3E2B7D7-C2D0-4AC5-9F46-78653DD453C7}" type="presParOf" srcId="{A812A48F-AF73-4D70-A795-37CAEAB80C92}" destId="{0FE23224-E647-4F86-996E-5C954D3FE9DE}" srcOrd="0" destOrd="0" presId="urn:microsoft.com/office/officeart/2024/3/layout/verticalVisualTextBlock1"/>
    <dgm:cxn modelId="{3E125D40-A22A-45F4-A47C-A70B1E118C4B}" type="presParOf" srcId="{0FE23224-E647-4F86-996E-5C954D3FE9DE}" destId="{E4C7DA04-835B-43C9-97DC-012F14974ECF}" srcOrd="0" destOrd="0" presId="urn:microsoft.com/office/officeart/2024/3/layout/verticalVisualTextBlock1"/>
    <dgm:cxn modelId="{42E16DE4-E7EF-44EA-A0D4-0A2E6CAC1CC6}" type="presParOf" srcId="{0FE23224-E647-4F86-996E-5C954D3FE9DE}" destId="{814F236E-8B85-400F-9372-2AE865D441FE}" srcOrd="1" destOrd="0" presId="urn:microsoft.com/office/officeart/2024/3/layout/verticalVisualTextBlock1"/>
    <dgm:cxn modelId="{DABC8491-EEAA-4EBF-B3B7-46B74F3081B6}" type="presParOf" srcId="{0FE23224-E647-4F86-996E-5C954D3FE9DE}" destId="{6E077D43-8706-437C-A779-E20FCABE1279}" srcOrd="2" destOrd="0" presId="urn:microsoft.com/office/officeart/2024/3/layout/verticalVisualTextBlock1"/>
    <dgm:cxn modelId="{940FB95C-0F5E-4D9C-925F-C689F0E16F26}" type="presParOf" srcId="{A812A48F-AF73-4D70-A795-37CAEAB80C92}" destId="{78B7964E-70E8-41BE-B111-85F58AACCCE0}" srcOrd="1" destOrd="0" presId="urn:microsoft.com/office/officeart/2024/3/layout/verticalVisualTextBlock1"/>
    <dgm:cxn modelId="{CE930ED4-5EB5-4710-B223-657DC56CA25B}" type="presParOf" srcId="{A812A48F-AF73-4D70-A795-37CAEAB80C92}" destId="{1C276B98-D4DD-4C9A-A6C9-68FA1582BC4B}" srcOrd="2" destOrd="0" presId="urn:microsoft.com/office/officeart/2024/3/layout/verticalVisualTextBlock1"/>
    <dgm:cxn modelId="{1F5B3A2F-058D-41C3-B26F-FEF66B53EDF3}" type="presParOf" srcId="{1C276B98-D4DD-4C9A-A6C9-68FA1582BC4B}" destId="{78DB6FCA-7747-4BD1-AFE7-0E5E1EFEA6E6}" srcOrd="0" destOrd="0" presId="urn:microsoft.com/office/officeart/2024/3/layout/verticalVisualTextBlock1"/>
    <dgm:cxn modelId="{D14B1354-6F21-4479-9B57-01ABC78EAB15}" type="presParOf" srcId="{1C276B98-D4DD-4C9A-A6C9-68FA1582BC4B}" destId="{A928476E-59DE-4A58-9273-3FC4E099503A}" srcOrd="1" destOrd="0" presId="urn:microsoft.com/office/officeart/2024/3/layout/verticalVisualTextBlock1"/>
    <dgm:cxn modelId="{F205F2B3-6BCD-46CD-897C-7517E39E8E13}" type="presParOf" srcId="{1C276B98-D4DD-4C9A-A6C9-68FA1582BC4B}" destId="{CF8D5BC7-F435-4818-A4ED-D027F064FEC9}" srcOrd="2" destOrd="0" presId="urn:microsoft.com/office/officeart/2024/3/layout/verticalVisualTextBlock1"/>
    <dgm:cxn modelId="{1E7F2713-3140-4732-890D-05896F4AC701}" type="presParOf" srcId="{A812A48F-AF73-4D70-A795-37CAEAB80C92}" destId="{E46613D5-7E36-4E58-883C-D9734FF1BA67}" srcOrd="3" destOrd="0" presId="urn:microsoft.com/office/officeart/2024/3/layout/verticalVisualTextBlock1"/>
    <dgm:cxn modelId="{96765020-E00A-4F22-8B8A-B7F12FD9E30B}" type="presParOf" srcId="{A812A48F-AF73-4D70-A795-37CAEAB80C92}" destId="{8D7D2B22-5A41-4E23-840A-3CE6A8FBEE89}" srcOrd="4" destOrd="0" presId="urn:microsoft.com/office/officeart/2024/3/layout/verticalVisualTextBlock1"/>
    <dgm:cxn modelId="{B45273FE-3607-471B-AD7D-3A9CB165C991}" type="presParOf" srcId="{8D7D2B22-5A41-4E23-840A-3CE6A8FBEE89}" destId="{16F932C7-9E0F-407F-BD33-FDF021BD76C4}" srcOrd="0" destOrd="0" presId="urn:microsoft.com/office/officeart/2024/3/layout/verticalVisualTextBlock1"/>
    <dgm:cxn modelId="{A567BFCD-FC72-43A7-AB53-18E843A2DB96}" type="presParOf" srcId="{8D7D2B22-5A41-4E23-840A-3CE6A8FBEE89}" destId="{0775502C-B033-42AB-8716-69FE2047E0DB}" srcOrd="1" destOrd="0" presId="urn:microsoft.com/office/officeart/2024/3/layout/verticalVisualTextBlock1"/>
    <dgm:cxn modelId="{02411D1F-FD48-48A0-B469-62DEF3DFA63A}" type="presParOf" srcId="{8D7D2B22-5A41-4E23-840A-3CE6A8FBEE89}" destId="{20D4644F-A283-47C4-8C24-78C5AD569497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95AAAA-A56E-4761-A281-913D95B4D89E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0E380D-F385-499D-89E2-B1922BBDEC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Thoughtful Program Design</a:t>
          </a:r>
        </a:p>
      </dgm:t>
    </dgm:pt>
    <dgm:pt modelId="{BBDBE301-2E3A-4080-B73F-053B30D59F65}" type="parTrans" cxnId="{D166DA18-C69D-4D4F-BA2B-E6C6A894A327}">
      <dgm:prSet/>
      <dgm:spPr/>
      <dgm:t>
        <a:bodyPr/>
        <a:lstStyle/>
        <a:p>
          <a:endParaRPr lang="en-US"/>
        </a:p>
      </dgm:t>
    </dgm:pt>
    <dgm:pt modelId="{507C7D75-4EE1-405C-9C01-CBCFAE665B96}" type="sibTrans" cxnId="{D166DA18-C69D-4D4F-BA2B-E6C6A894A327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AE45A41C-531C-47F3-A351-429FBC476A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effective training program should be well-structured, focusing on the specific needs of interns to enhance their email etiquette skills.</a:t>
          </a:r>
        </a:p>
      </dgm:t>
    </dgm:pt>
    <dgm:pt modelId="{5E39D2E8-E805-4818-B4C9-3358F1F02BE1}" type="parTrans" cxnId="{06D10296-35E7-413D-B132-6152B2C5B392}">
      <dgm:prSet/>
      <dgm:spPr/>
      <dgm:t>
        <a:bodyPr/>
        <a:lstStyle/>
        <a:p>
          <a:endParaRPr lang="en-US"/>
        </a:p>
      </dgm:t>
    </dgm:pt>
    <dgm:pt modelId="{42E1EF71-ADA3-4D84-9B8A-617A04BC9694}" type="sibTrans" cxnId="{06D10296-35E7-413D-B132-6152B2C5B392}">
      <dgm:prSet/>
      <dgm:spPr/>
      <dgm:t>
        <a:bodyPr/>
        <a:lstStyle/>
        <a:p>
          <a:endParaRPr lang="en-US"/>
        </a:p>
      </dgm:t>
    </dgm:pt>
    <dgm:pt modelId="{E1BC31AF-6B55-4D77-A7CA-B19E1A0D4DA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Skilled Trainers</a:t>
          </a:r>
        </a:p>
      </dgm:t>
    </dgm:pt>
    <dgm:pt modelId="{076EBC98-8C4C-464B-9D85-49A4973C3447}" type="parTrans" cxnId="{570C4865-CAE0-4F33-84ED-19F32786370E}">
      <dgm:prSet/>
      <dgm:spPr/>
      <dgm:t>
        <a:bodyPr/>
        <a:lstStyle/>
        <a:p>
          <a:endParaRPr lang="en-US"/>
        </a:p>
      </dgm:t>
    </dgm:pt>
    <dgm:pt modelId="{FAB5F816-DA2D-4647-9912-FB78ED0B4BC1}" type="sibTrans" cxnId="{570C4865-CAE0-4F33-84ED-19F32786370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2FA3457E-F835-47FB-8CAF-763C511CE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Engaging and experienced trainers are essential to provide valuable insights and practical knowledge about email etiquette.</a:t>
          </a:r>
        </a:p>
      </dgm:t>
    </dgm:pt>
    <dgm:pt modelId="{37F3092B-B832-4D7F-B6CE-F445069A1C06}" type="parTrans" cxnId="{59D9C932-0A9A-467F-AF33-E794F3935DC5}">
      <dgm:prSet/>
      <dgm:spPr/>
      <dgm:t>
        <a:bodyPr/>
        <a:lstStyle/>
        <a:p>
          <a:endParaRPr lang="en-US"/>
        </a:p>
      </dgm:t>
    </dgm:pt>
    <dgm:pt modelId="{012F14AC-BF77-4D36-8D9C-AC232206B209}" type="sibTrans" cxnId="{59D9C932-0A9A-467F-AF33-E794F3935DC5}">
      <dgm:prSet/>
      <dgm:spPr/>
      <dgm:t>
        <a:bodyPr/>
        <a:lstStyle/>
        <a:p>
          <a:endParaRPr lang="en-US"/>
        </a:p>
      </dgm:t>
    </dgm:pt>
    <dgm:pt modelId="{F06557FB-7366-4ACB-B728-9523CA3A15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Engaging Materials</a:t>
          </a:r>
        </a:p>
      </dgm:t>
    </dgm:pt>
    <dgm:pt modelId="{7C2612C1-746E-4185-9406-56466A62340E}" type="parTrans" cxnId="{A39B3BCF-9396-42CE-9C46-C74052B8F149}">
      <dgm:prSet/>
      <dgm:spPr/>
      <dgm:t>
        <a:bodyPr/>
        <a:lstStyle/>
        <a:p>
          <a:endParaRPr lang="en-US"/>
        </a:p>
      </dgm:t>
    </dgm:pt>
    <dgm:pt modelId="{BECFE6F1-1C0D-4F06-AC42-3DBBA103681C}" type="sibTrans" cxnId="{A39B3BCF-9396-42CE-9C46-C74052B8F149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1E41364-A85D-4D32-8D5F-8C51A363B8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engaging and interactive materials keeps interns motivated and helps reinforce learning during the training sessions.</a:t>
          </a:r>
        </a:p>
      </dgm:t>
    </dgm:pt>
    <dgm:pt modelId="{F63210F7-4122-4B1B-946E-852C576AC290}" type="parTrans" cxnId="{5A6EC1B7-76C1-45EC-9337-2702E89CF60E}">
      <dgm:prSet/>
      <dgm:spPr/>
      <dgm:t>
        <a:bodyPr/>
        <a:lstStyle/>
        <a:p>
          <a:endParaRPr lang="en-US"/>
        </a:p>
      </dgm:t>
    </dgm:pt>
    <dgm:pt modelId="{6A3E98BB-AED2-422C-9C37-16C7573E9FC6}" type="sibTrans" cxnId="{5A6EC1B7-76C1-45EC-9337-2702E89CF60E}">
      <dgm:prSet/>
      <dgm:spPr/>
      <dgm:t>
        <a:bodyPr/>
        <a:lstStyle/>
        <a:p>
          <a:endParaRPr lang="en-US"/>
        </a:p>
      </dgm:t>
    </dgm:pt>
    <dgm:pt modelId="{9A73F945-0887-4389-9AE8-72EDDA80F0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Interactive Activities</a:t>
          </a:r>
        </a:p>
      </dgm:t>
    </dgm:pt>
    <dgm:pt modelId="{F004CE51-2DB6-4B47-9DE4-17193D81EB40}" type="parTrans" cxnId="{A608E855-655E-4E4E-A33B-91F9AA514427}">
      <dgm:prSet/>
      <dgm:spPr/>
      <dgm:t>
        <a:bodyPr/>
        <a:lstStyle/>
        <a:p>
          <a:endParaRPr lang="en-US"/>
        </a:p>
      </dgm:t>
    </dgm:pt>
    <dgm:pt modelId="{513313C6-7F07-459A-BA84-867653649EF0}" type="sibTrans" cxnId="{A608E855-655E-4E4E-A33B-91F9AA514427}">
      <dgm:prSet/>
      <dgm:spPr/>
      <dgm:t>
        <a:bodyPr/>
        <a:lstStyle/>
        <a:p>
          <a:endParaRPr lang="en-US"/>
        </a:p>
      </dgm:t>
    </dgm:pt>
    <dgm:pt modelId="{66CEBF8B-3710-4EB9-B773-0F2AF3ACC8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Incorporating interactive activities into the training allows interns to practice their skills and receive immediate feedback.</a:t>
          </a:r>
        </a:p>
      </dgm:t>
    </dgm:pt>
    <dgm:pt modelId="{05F7B3D7-4374-4B5E-8C1F-911118C17760}" type="parTrans" cxnId="{1ADD883E-DC33-4276-8851-4F03839911DA}">
      <dgm:prSet/>
      <dgm:spPr/>
      <dgm:t>
        <a:bodyPr/>
        <a:lstStyle/>
        <a:p>
          <a:endParaRPr lang="en-US"/>
        </a:p>
      </dgm:t>
    </dgm:pt>
    <dgm:pt modelId="{F18C273F-6532-48A4-B20C-9A3EB388F2D6}" type="sibTrans" cxnId="{1ADD883E-DC33-4276-8851-4F03839911DA}">
      <dgm:prSet/>
      <dgm:spPr/>
      <dgm:t>
        <a:bodyPr/>
        <a:lstStyle/>
        <a:p>
          <a:endParaRPr lang="en-US"/>
        </a:p>
      </dgm:t>
    </dgm:pt>
    <dgm:pt modelId="{BFB16B22-8E8B-4021-9E5E-7020285997CD}" type="pres">
      <dgm:prSet presAssocID="{1295AAAA-A56E-4761-A281-913D95B4D89E}" presName="Name0" presStyleCnt="0">
        <dgm:presLayoutVars>
          <dgm:dir/>
          <dgm:resizeHandles val="exact"/>
        </dgm:presLayoutVars>
      </dgm:prSet>
      <dgm:spPr/>
    </dgm:pt>
    <dgm:pt modelId="{DB708A4D-568B-483A-B44A-1BE45BE54C53}" type="pres">
      <dgm:prSet presAssocID="{4C0E380D-F385-499D-89E2-B1922BBDEC2E}" presName="compNode" presStyleCnt="0"/>
      <dgm:spPr/>
    </dgm:pt>
    <dgm:pt modelId="{53B29EFD-9527-44CF-AD5D-7F8E3082542F}" type="pres">
      <dgm:prSet presAssocID="{4C0E380D-F385-499D-89E2-B1922BBDEC2E}" presName="pictRect" presStyleLbl="revTx" presStyleIdx="0" presStyleCnt="8">
        <dgm:presLayoutVars>
          <dgm:chMax val="0"/>
          <dgm:bulletEnabled/>
        </dgm:presLayoutVars>
      </dgm:prSet>
      <dgm:spPr/>
    </dgm:pt>
    <dgm:pt modelId="{46A3B1A0-A75E-4801-9C92-FDE7F6DAC167}" type="pres">
      <dgm:prSet presAssocID="{4C0E380D-F385-499D-89E2-B1922BBDEC2E}" presName="textRect" presStyleLbl="revTx" presStyleIdx="1" presStyleCnt="8">
        <dgm:presLayoutVars>
          <dgm:bulletEnabled/>
        </dgm:presLayoutVars>
      </dgm:prSet>
      <dgm:spPr/>
    </dgm:pt>
    <dgm:pt modelId="{39CCCFC1-C3F8-44DE-95BA-DDE4A5B375DA}" type="pres">
      <dgm:prSet presAssocID="{507C7D75-4EE1-405C-9C01-CBCFAE665B96}" presName="sibTrans" presStyleLbl="sibTrans2D1" presStyleIdx="0" presStyleCnt="0"/>
      <dgm:spPr/>
    </dgm:pt>
    <dgm:pt modelId="{751C92F6-14CE-447E-9EFE-5B6865A6FA65}" type="pres">
      <dgm:prSet presAssocID="{E1BC31AF-6B55-4D77-A7CA-B19E1A0D4DA8}" presName="compNode" presStyleCnt="0"/>
      <dgm:spPr/>
    </dgm:pt>
    <dgm:pt modelId="{918CC6BD-C9E5-4C2C-9A89-881AEBEF7EAC}" type="pres">
      <dgm:prSet presAssocID="{E1BC31AF-6B55-4D77-A7CA-B19E1A0D4DA8}" presName="pictRect" presStyleLbl="revTx" presStyleIdx="2" presStyleCnt="8">
        <dgm:presLayoutVars>
          <dgm:chMax val="0"/>
          <dgm:bulletEnabled/>
        </dgm:presLayoutVars>
      </dgm:prSet>
      <dgm:spPr/>
    </dgm:pt>
    <dgm:pt modelId="{B543F9A2-7BDE-4645-AC66-5CB0F0B83864}" type="pres">
      <dgm:prSet presAssocID="{E1BC31AF-6B55-4D77-A7CA-B19E1A0D4DA8}" presName="textRect" presStyleLbl="revTx" presStyleIdx="3" presStyleCnt="8">
        <dgm:presLayoutVars>
          <dgm:bulletEnabled/>
        </dgm:presLayoutVars>
      </dgm:prSet>
      <dgm:spPr/>
    </dgm:pt>
    <dgm:pt modelId="{9FC4596B-2624-47DA-A0F5-D38273FA669E}" type="pres">
      <dgm:prSet presAssocID="{FAB5F816-DA2D-4647-9912-FB78ED0B4BC1}" presName="sibTrans" presStyleLbl="sibTrans2D1" presStyleIdx="0" presStyleCnt="0"/>
      <dgm:spPr/>
    </dgm:pt>
    <dgm:pt modelId="{54749F2F-5633-429B-B2DE-F167D5C0A4D6}" type="pres">
      <dgm:prSet presAssocID="{F06557FB-7366-4ACB-B728-9523CA3A1550}" presName="compNode" presStyleCnt="0"/>
      <dgm:spPr/>
    </dgm:pt>
    <dgm:pt modelId="{E2C925E2-4E8A-4E25-A2C0-4897B4C24B91}" type="pres">
      <dgm:prSet presAssocID="{F06557FB-7366-4ACB-B728-9523CA3A1550}" presName="pictRect" presStyleLbl="revTx" presStyleIdx="4" presStyleCnt="8">
        <dgm:presLayoutVars>
          <dgm:chMax val="0"/>
          <dgm:bulletEnabled/>
        </dgm:presLayoutVars>
      </dgm:prSet>
      <dgm:spPr/>
    </dgm:pt>
    <dgm:pt modelId="{3D94FC16-80AD-4768-BA7C-289AB1C04970}" type="pres">
      <dgm:prSet presAssocID="{F06557FB-7366-4ACB-B728-9523CA3A1550}" presName="textRect" presStyleLbl="revTx" presStyleIdx="5" presStyleCnt="8">
        <dgm:presLayoutVars>
          <dgm:bulletEnabled/>
        </dgm:presLayoutVars>
      </dgm:prSet>
      <dgm:spPr/>
    </dgm:pt>
    <dgm:pt modelId="{E59D2693-0307-4B07-BF2C-EB57079E9A2F}" type="pres">
      <dgm:prSet presAssocID="{BECFE6F1-1C0D-4F06-AC42-3DBBA103681C}" presName="sibTrans" presStyleLbl="sibTrans2D1" presStyleIdx="0" presStyleCnt="0"/>
      <dgm:spPr/>
    </dgm:pt>
    <dgm:pt modelId="{F67D864D-CC79-41EF-9C93-FB416C113894}" type="pres">
      <dgm:prSet presAssocID="{9A73F945-0887-4389-9AE8-72EDDA80F07B}" presName="compNode" presStyleCnt="0"/>
      <dgm:spPr/>
    </dgm:pt>
    <dgm:pt modelId="{FCC9CA50-51F5-4CB8-B398-72FA21278D1C}" type="pres">
      <dgm:prSet presAssocID="{9A73F945-0887-4389-9AE8-72EDDA80F07B}" presName="pictRect" presStyleLbl="revTx" presStyleIdx="6" presStyleCnt="8">
        <dgm:presLayoutVars>
          <dgm:chMax val="0"/>
          <dgm:bulletEnabled/>
        </dgm:presLayoutVars>
      </dgm:prSet>
      <dgm:spPr/>
    </dgm:pt>
    <dgm:pt modelId="{A591610E-E60B-492B-96BC-1855E7A22B1D}" type="pres">
      <dgm:prSet presAssocID="{9A73F945-0887-4389-9AE8-72EDDA80F07B}" presName="textRect" presStyleLbl="revTx" presStyleIdx="7" presStyleCnt="8">
        <dgm:presLayoutVars>
          <dgm:bulletEnabled/>
        </dgm:presLayoutVars>
      </dgm:prSet>
      <dgm:spPr/>
    </dgm:pt>
  </dgm:ptLst>
  <dgm:cxnLst>
    <dgm:cxn modelId="{D166DA18-C69D-4D4F-BA2B-E6C6A894A327}" srcId="{1295AAAA-A56E-4761-A281-913D95B4D89E}" destId="{4C0E380D-F385-499D-89E2-B1922BBDEC2E}" srcOrd="0" destOrd="0" parTransId="{BBDBE301-2E3A-4080-B73F-053B30D59F65}" sibTransId="{507C7D75-4EE1-405C-9C01-CBCFAE665B96}"/>
    <dgm:cxn modelId="{D325EC1A-9963-4CD9-A657-D5AE635AD6E0}" type="presOf" srcId="{BECFE6F1-1C0D-4F06-AC42-3DBBA103681C}" destId="{E59D2693-0307-4B07-BF2C-EB57079E9A2F}" srcOrd="0" destOrd="0" presId="urn:microsoft.com/office/officeart/2024/3/layout/hArchList1"/>
    <dgm:cxn modelId="{668F1629-CED9-4BEB-9A7E-1E0BB67A57E0}" type="presOf" srcId="{FAB5F816-DA2D-4647-9912-FB78ED0B4BC1}" destId="{9FC4596B-2624-47DA-A0F5-D38273FA669E}" srcOrd="0" destOrd="0" presId="urn:microsoft.com/office/officeart/2024/3/layout/hArchList1"/>
    <dgm:cxn modelId="{0C96B329-65B5-4526-B13D-BDE4392F2C8A}" type="presOf" srcId="{4C0E380D-F385-499D-89E2-B1922BBDEC2E}" destId="{53B29EFD-9527-44CF-AD5D-7F8E3082542F}" srcOrd="0" destOrd="0" presId="urn:microsoft.com/office/officeart/2024/3/layout/hArchList1"/>
    <dgm:cxn modelId="{59D9C932-0A9A-467F-AF33-E794F3935DC5}" srcId="{E1BC31AF-6B55-4D77-A7CA-B19E1A0D4DA8}" destId="{2FA3457E-F835-47FB-8CAF-763C511CEC8F}" srcOrd="0" destOrd="0" parTransId="{37F3092B-B832-4D7F-B6CE-F445069A1C06}" sibTransId="{012F14AC-BF77-4D36-8D9C-AC232206B209}"/>
    <dgm:cxn modelId="{AA89B23A-AC38-4F35-8DDC-40A85CDC8969}" type="presOf" srcId="{F06557FB-7366-4ACB-B728-9523CA3A1550}" destId="{E2C925E2-4E8A-4E25-A2C0-4897B4C24B91}" srcOrd="0" destOrd="0" presId="urn:microsoft.com/office/officeart/2024/3/layout/hArchList1"/>
    <dgm:cxn modelId="{1ADD883E-DC33-4276-8851-4F03839911DA}" srcId="{9A73F945-0887-4389-9AE8-72EDDA80F07B}" destId="{66CEBF8B-3710-4EB9-B773-0F2AF3ACC809}" srcOrd="0" destOrd="0" parTransId="{05F7B3D7-4374-4B5E-8C1F-911118C17760}" sibTransId="{F18C273F-6532-48A4-B20C-9A3EB388F2D6}"/>
    <dgm:cxn modelId="{570C4865-CAE0-4F33-84ED-19F32786370E}" srcId="{1295AAAA-A56E-4761-A281-913D95B4D89E}" destId="{E1BC31AF-6B55-4D77-A7CA-B19E1A0D4DA8}" srcOrd="1" destOrd="0" parTransId="{076EBC98-8C4C-464B-9D85-49A4973C3447}" sibTransId="{FAB5F816-DA2D-4647-9912-FB78ED0B4BC1}"/>
    <dgm:cxn modelId="{627DE24A-93D8-4C45-9508-E20ACB1CD226}" type="presOf" srcId="{507C7D75-4EE1-405C-9C01-CBCFAE665B96}" destId="{39CCCFC1-C3F8-44DE-95BA-DDE4A5B375DA}" srcOrd="0" destOrd="0" presId="urn:microsoft.com/office/officeart/2024/3/layout/hArchList1"/>
    <dgm:cxn modelId="{DC4AEA4C-C6C3-4969-BD3C-05E82B5AA478}" type="presOf" srcId="{E1BC31AF-6B55-4D77-A7CA-B19E1A0D4DA8}" destId="{918CC6BD-C9E5-4C2C-9A89-881AEBEF7EAC}" srcOrd="0" destOrd="0" presId="urn:microsoft.com/office/officeart/2024/3/layout/hArchList1"/>
    <dgm:cxn modelId="{00681453-35EA-4CAE-BCBD-507754FF1831}" type="presOf" srcId="{2FA3457E-F835-47FB-8CAF-763C511CEC8F}" destId="{B543F9A2-7BDE-4645-AC66-5CB0F0B83864}" srcOrd="0" destOrd="0" presId="urn:microsoft.com/office/officeart/2024/3/layout/hArchList1"/>
    <dgm:cxn modelId="{A608E855-655E-4E4E-A33B-91F9AA514427}" srcId="{1295AAAA-A56E-4761-A281-913D95B4D89E}" destId="{9A73F945-0887-4389-9AE8-72EDDA80F07B}" srcOrd="3" destOrd="0" parTransId="{F004CE51-2DB6-4B47-9DE4-17193D81EB40}" sibTransId="{513313C6-7F07-459A-BA84-867653649EF0}"/>
    <dgm:cxn modelId="{8A9AD380-D437-4D49-A5E4-F9A5F77F8227}" type="presOf" srcId="{9A73F945-0887-4389-9AE8-72EDDA80F07B}" destId="{FCC9CA50-51F5-4CB8-B398-72FA21278D1C}" srcOrd="0" destOrd="0" presId="urn:microsoft.com/office/officeart/2024/3/layout/hArchList1"/>
    <dgm:cxn modelId="{804FDC8D-3AC7-4379-AC51-20E2BE2581A5}" type="presOf" srcId="{1295AAAA-A56E-4761-A281-913D95B4D89E}" destId="{BFB16B22-8E8B-4021-9E5E-7020285997CD}" srcOrd="0" destOrd="0" presId="urn:microsoft.com/office/officeart/2024/3/layout/hArchList1"/>
    <dgm:cxn modelId="{06D10296-35E7-413D-B132-6152B2C5B392}" srcId="{4C0E380D-F385-499D-89E2-B1922BBDEC2E}" destId="{AE45A41C-531C-47F3-A351-429FBC476A94}" srcOrd="0" destOrd="0" parTransId="{5E39D2E8-E805-4818-B4C9-3358F1F02BE1}" sibTransId="{42E1EF71-ADA3-4D84-9B8A-617A04BC9694}"/>
    <dgm:cxn modelId="{5A6EC1B7-76C1-45EC-9337-2702E89CF60E}" srcId="{F06557FB-7366-4ACB-B728-9523CA3A1550}" destId="{31E41364-A85D-4D32-8D5F-8C51A363B861}" srcOrd="0" destOrd="0" parTransId="{F63210F7-4122-4B1B-946E-852C576AC290}" sibTransId="{6A3E98BB-AED2-422C-9C37-16C7573E9FC6}"/>
    <dgm:cxn modelId="{31AF63BD-58B5-4AB7-AD51-709BD49EDDD3}" type="presOf" srcId="{AE45A41C-531C-47F3-A351-429FBC476A94}" destId="{46A3B1A0-A75E-4801-9C92-FDE7F6DAC167}" srcOrd="0" destOrd="0" presId="urn:microsoft.com/office/officeart/2024/3/layout/hArchList1"/>
    <dgm:cxn modelId="{A39B3BCF-9396-42CE-9C46-C74052B8F149}" srcId="{1295AAAA-A56E-4761-A281-913D95B4D89E}" destId="{F06557FB-7366-4ACB-B728-9523CA3A1550}" srcOrd="2" destOrd="0" parTransId="{7C2612C1-746E-4185-9406-56466A62340E}" sibTransId="{BECFE6F1-1C0D-4F06-AC42-3DBBA103681C}"/>
    <dgm:cxn modelId="{5A60C3DD-B503-41EF-AC83-295CCC94B14F}" type="presOf" srcId="{31E41364-A85D-4D32-8D5F-8C51A363B861}" destId="{3D94FC16-80AD-4768-BA7C-289AB1C04970}" srcOrd="0" destOrd="0" presId="urn:microsoft.com/office/officeart/2024/3/layout/hArchList1"/>
    <dgm:cxn modelId="{DC2F19FC-EA0B-4260-8495-2F1EBB070235}" type="presOf" srcId="{66CEBF8B-3710-4EB9-B773-0F2AF3ACC809}" destId="{A591610E-E60B-492B-96BC-1855E7A22B1D}" srcOrd="0" destOrd="0" presId="urn:microsoft.com/office/officeart/2024/3/layout/hArchList1"/>
    <dgm:cxn modelId="{05240785-9048-43DF-B98E-62BC7BD4C515}" type="presParOf" srcId="{BFB16B22-8E8B-4021-9E5E-7020285997CD}" destId="{DB708A4D-568B-483A-B44A-1BE45BE54C53}" srcOrd="0" destOrd="0" presId="urn:microsoft.com/office/officeart/2024/3/layout/hArchList1"/>
    <dgm:cxn modelId="{872C07FD-8C94-4934-8D62-2219BC71AA9A}" type="presParOf" srcId="{DB708A4D-568B-483A-B44A-1BE45BE54C53}" destId="{53B29EFD-9527-44CF-AD5D-7F8E3082542F}" srcOrd="0" destOrd="0" presId="urn:microsoft.com/office/officeart/2024/3/layout/hArchList1"/>
    <dgm:cxn modelId="{C6F3CCDD-AD08-4BFD-BBCB-3D6BF5EBC5CA}" type="presParOf" srcId="{DB708A4D-568B-483A-B44A-1BE45BE54C53}" destId="{46A3B1A0-A75E-4801-9C92-FDE7F6DAC167}" srcOrd="1" destOrd="0" presId="urn:microsoft.com/office/officeart/2024/3/layout/hArchList1"/>
    <dgm:cxn modelId="{4D19295A-0C1B-4157-AD1F-2D3141137859}" type="presParOf" srcId="{BFB16B22-8E8B-4021-9E5E-7020285997CD}" destId="{39CCCFC1-C3F8-44DE-95BA-DDE4A5B375DA}" srcOrd="1" destOrd="0" presId="urn:microsoft.com/office/officeart/2024/3/layout/hArchList1"/>
    <dgm:cxn modelId="{9833E574-6CF5-46D6-9F35-13BAF8F5CA44}" type="presParOf" srcId="{BFB16B22-8E8B-4021-9E5E-7020285997CD}" destId="{751C92F6-14CE-447E-9EFE-5B6865A6FA65}" srcOrd="2" destOrd="0" presId="urn:microsoft.com/office/officeart/2024/3/layout/hArchList1"/>
    <dgm:cxn modelId="{782CAA6B-DEE8-4250-BAAD-199A8A4E0995}" type="presParOf" srcId="{751C92F6-14CE-447E-9EFE-5B6865A6FA65}" destId="{918CC6BD-C9E5-4C2C-9A89-881AEBEF7EAC}" srcOrd="0" destOrd="0" presId="urn:microsoft.com/office/officeart/2024/3/layout/hArchList1"/>
    <dgm:cxn modelId="{4AEE7EAC-6576-489C-9A86-F5F6746597D9}" type="presParOf" srcId="{751C92F6-14CE-447E-9EFE-5B6865A6FA65}" destId="{B543F9A2-7BDE-4645-AC66-5CB0F0B83864}" srcOrd="1" destOrd="0" presId="urn:microsoft.com/office/officeart/2024/3/layout/hArchList1"/>
    <dgm:cxn modelId="{C940A1E6-976E-43CE-9CE2-11B222E51BAE}" type="presParOf" srcId="{BFB16B22-8E8B-4021-9E5E-7020285997CD}" destId="{9FC4596B-2624-47DA-A0F5-D38273FA669E}" srcOrd="3" destOrd="0" presId="urn:microsoft.com/office/officeart/2024/3/layout/hArchList1"/>
    <dgm:cxn modelId="{746296F2-3C88-4A5E-8A98-1D127F1C049D}" type="presParOf" srcId="{BFB16B22-8E8B-4021-9E5E-7020285997CD}" destId="{54749F2F-5633-429B-B2DE-F167D5C0A4D6}" srcOrd="4" destOrd="0" presId="urn:microsoft.com/office/officeart/2024/3/layout/hArchList1"/>
    <dgm:cxn modelId="{BEAA59A7-B454-4B42-AE5B-C538C4FBADCA}" type="presParOf" srcId="{54749F2F-5633-429B-B2DE-F167D5C0A4D6}" destId="{E2C925E2-4E8A-4E25-A2C0-4897B4C24B91}" srcOrd="0" destOrd="0" presId="urn:microsoft.com/office/officeart/2024/3/layout/hArchList1"/>
    <dgm:cxn modelId="{C01A26AB-8E7D-4F52-BA7B-07CA09F4BD5B}" type="presParOf" srcId="{54749F2F-5633-429B-B2DE-F167D5C0A4D6}" destId="{3D94FC16-80AD-4768-BA7C-289AB1C04970}" srcOrd="1" destOrd="0" presId="urn:microsoft.com/office/officeart/2024/3/layout/hArchList1"/>
    <dgm:cxn modelId="{4180A654-8C9F-465C-8B67-C465130DD0A0}" type="presParOf" srcId="{BFB16B22-8E8B-4021-9E5E-7020285997CD}" destId="{E59D2693-0307-4B07-BF2C-EB57079E9A2F}" srcOrd="5" destOrd="0" presId="urn:microsoft.com/office/officeart/2024/3/layout/hArchList1"/>
    <dgm:cxn modelId="{96F46655-DC05-4608-BD52-42F4F7E00EE7}" type="presParOf" srcId="{BFB16B22-8E8B-4021-9E5E-7020285997CD}" destId="{F67D864D-CC79-41EF-9C93-FB416C113894}" srcOrd="6" destOrd="0" presId="urn:microsoft.com/office/officeart/2024/3/layout/hArchList1"/>
    <dgm:cxn modelId="{39B2CC41-B2AA-458A-9CD4-EDB8CC2EC9DF}" type="presParOf" srcId="{F67D864D-CC79-41EF-9C93-FB416C113894}" destId="{FCC9CA50-51F5-4CB8-B398-72FA21278D1C}" srcOrd="0" destOrd="0" presId="urn:microsoft.com/office/officeart/2024/3/layout/hArchList1"/>
    <dgm:cxn modelId="{374A7E22-03DB-4097-9F60-5AEB104F3B93}" type="presParOf" srcId="{F67D864D-CC79-41EF-9C93-FB416C113894}" destId="{A591610E-E60B-492B-96BC-1855E7A22B1D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622D8-93DA-481E-92CE-EC69D1A436E9}">
      <dsp:nvSpPr>
        <dsp:cNvPr id="0" name=""/>
        <dsp:cNvSpPr/>
      </dsp:nvSpPr>
      <dsp:spPr>
        <a:xfrm>
          <a:off x="0" y="0"/>
          <a:ext cx="1681599" cy="1681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49" b="-2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61D38F-9CF1-47F5-9019-9794FB413AFF}">
      <dsp:nvSpPr>
        <dsp:cNvPr id="0" name=""/>
        <dsp:cNvSpPr/>
      </dsp:nvSpPr>
      <dsp:spPr>
        <a:xfrm>
          <a:off x="1861599" y="0"/>
          <a:ext cx="5167674" cy="3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Role-Playing Scenarios</a:t>
          </a:r>
        </a:p>
      </dsp:txBody>
      <dsp:txXfrm>
        <a:off x="1861599" y="0"/>
        <a:ext cx="5167674" cy="346182"/>
      </dsp:txXfrm>
    </dsp:sp>
    <dsp:sp modelId="{20056C44-9438-46C6-9B07-4807E44E906D}">
      <dsp:nvSpPr>
        <dsp:cNvPr id="0" name=""/>
        <dsp:cNvSpPr/>
      </dsp:nvSpPr>
      <dsp:spPr>
        <a:xfrm>
          <a:off x="1861599" y="346182"/>
          <a:ext cx="5167674" cy="1335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Incorporating role-playing scenarios allows interns to practice real-world situations and develop critical thinking skills in a supportive environment.</a:t>
          </a:r>
        </a:p>
      </dsp:txBody>
      <dsp:txXfrm>
        <a:off x="1861599" y="346182"/>
        <a:ext cx="5167674" cy="1335417"/>
      </dsp:txXfrm>
    </dsp:sp>
    <dsp:sp modelId="{6EAF7FE0-2EA6-4868-8211-80E35B6D5354}">
      <dsp:nvSpPr>
        <dsp:cNvPr id="0" name=""/>
        <dsp:cNvSpPr/>
      </dsp:nvSpPr>
      <dsp:spPr>
        <a:xfrm>
          <a:off x="0" y="1816127"/>
          <a:ext cx="1681599" cy="1681599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4" r="13284" b="-2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30347C-AC8F-411B-B579-9B262216A929}">
      <dsp:nvSpPr>
        <dsp:cNvPr id="0" name=""/>
        <dsp:cNvSpPr/>
      </dsp:nvSpPr>
      <dsp:spPr>
        <a:xfrm>
          <a:off x="1861599" y="1816127"/>
          <a:ext cx="5167674" cy="3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Group Discussions</a:t>
          </a:r>
        </a:p>
      </dsp:txBody>
      <dsp:txXfrm>
        <a:off x="1861599" y="1816127"/>
        <a:ext cx="5167674" cy="346182"/>
      </dsp:txXfrm>
    </dsp:sp>
    <dsp:sp modelId="{A279F9AF-E951-49B0-825F-2E3961F41F7A}">
      <dsp:nvSpPr>
        <dsp:cNvPr id="0" name=""/>
        <dsp:cNvSpPr/>
      </dsp:nvSpPr>
      <dsp:spPr>
        <a:xfrm>
          <a:off x="1861599" y="2162310"/>
          <a:ext cx="5167674" cy="1335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Facilitating group discussions encourages collaboration and allows interns to share diverse perspectives, enhancing their learning experience.</a:t>
          </a:r>
        </a:p>
      </dsp:txBody>
      <dsp:txXfrm>
        <a:off x="1861599" y="2162310"/>
        <a:ext cx="5167674" cy="1335417"/>
      </dsp:txXfrm>
    </dsp:sp>
    <dsp:sp modelId="{7FC95B69-5550-4685-A929-BB4A993FFCAD}">
      <dsp:nvSpPr>
        <dsp:cNvPr id="0" name=""/>
        <dsp:cNvSpPr/>
      </dsp:nvSpPr>
      <dsp:spPr>
        <a:xfrm>
          <a:off x="0" y="3632255"/>
          <a:ext cx="1681599" cy="1681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8" r="16181" b="-2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C73651-68AE-453E-A950-DD856727101D}">
      <dsp:nvSpPr>
        <dsp:cNvPr id="0" name=""/>
        <dsp:cNvSpPr/>
      </dsp:nvSpPr>
      <dsp:spPr>
        <a:xfrm>
          <a:off x="1861599" y="3632255"/>
          <a:ext cx="5167674" cy="3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Email Drafting Exercises</a:t>
          </a:r>
        </a:p>
      </dsp:txBody>
      <dsp:txXfrm>
        <a:off x="1861599" y="3632255"/>
        <a:ext cx="5167674" cy="346182"/>
      </dsp:txXfrm>
    </dsp:sp>
    <dsp:sp modelId="{9F1534ED-064F-42E9-92F9-2227D0B1F30F}">
      <dsp:nvSpPr>
        <dsp:cNvPr id="0" name=""/>
        <dsp:cNvSpPr/>
      </dsp:nvSpPr>
      <dsp:spPr>
        <a:xfrm>
          <a:off x="1861599" y="3978438"/>
          <a:ext cx="5167674" cy="1335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Email drafting exercises help interns develop effective communication skills, which are essential in any professional environment.</a:t>
          </a:r>
        </a:p>
      </dsp:txBody>
      <dsp:txXfrm>
        <a:off x="1861599" y="3978438"/>
        <a:ext cx="5167674" cy="13354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EC0B1-6128-49CC-AF15-525904D4E006}">
      <dsp:nvSpPr>
        <dsp:cNvPr id="0" name=""/>
        <dsp:cNvSpPr/>
      </dsp:nvSpPr>
      <dsp:spPr>
        <a:xfrm>
          <a:off x="3286" y="534527"/>
          <a:ext cx="3203971" cy="7082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1" kern="1200" err="1">
              <a:latin typeface="Arial"/>
              <a:cs typeface="Arial"/>
            </a:rPr>
            <a:t>Pre</a:t>
          </a:r>
          <a:r>
            <a:rPr lang="el-GR" sz="2000" b="1" kern="1200">
              <a:latin typeface="Arial"/>
              <a:cs typeface="Arial"/>
            </a:rPr>
            <a:t>- and Post-</a:t>
          </a:r>
          <a:r>
            <a:rPr lang="el-GR" sz="2000" b="1" kern="1200" err="1">
              <a:latin typeface="Arial"/>
              <a:cs typeface="Arial"/>
            </a:rPr>
            <a:t>Workshop</a:t>
          </a:r>
          <a:r>
            <a:rPr lang="el-GR" sz="2000" b="1" kern="1200">
              <a:latin typeface="Arial"/>
              <a:cs typeface="Arial"/>
            </a:rPr>
            <a:t> </a:t>
          </a:r>
          <a:r>
            <a:rPr lang="el-GR" sz="2000" b="1" kern="1200" err="1">
              <a:latin typeface="Arial"/>
              <a:cs typeface="Arial"/>
            </a:rPr>
            <a:t>Assess</a:t>
          </a:r>
          <a:endParaRPr lang="el-GR" sz="2000" kern="1200" err="1">
            <a:latin typeface="Aptos Display" panose="02110004020202020204"/>
          </a:endParaRPr>
        </a:p>
      </dsp:txBody>
      <dsp:txXfrm>
        <a:off x="3286" y="534527"/>
        <a:ext cx="3203971" cy="708297"/>
      </dsp:txXfrm>
    </dsp:sp>
    <dsp:sp modelId="{5C5699DE-FBF5-4F34-9FCC-320A7AA29391}">
      <dsp:nvSpPr>
        <dsp:cNvPr id="0" name=""/>
        <dsp:cNvSpPr/>
      </dsp:nvSpPr>
      <dsp:spPr>
        <a:xfrm>
          <a:off x="3286" y="1242824"/>
          <a:ext cx="3203971" cy="271754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b="0" kern="1200">
              <a:latin typeface="Arial"/>
              <a:cs typeface="Arial"/>
            </a:rPr>
            <a:t>Give a pre-workshop survey to assess current knowledge and behaviors.</a:t>
          </a:r>
          <a:endParaRPr lang="el-GR" sz="2000" b="0" kern="1200">
            <a:latin typeface="Aptos Display" panose="02110004020202020204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b="0" kern="1200">
              <a:latin typeface="Arial"/>
              <a:cs typeface="Arial"/>
            </a:rPr>
            <a:t>Follow up with a post-workshop survey </a:t>
          </a:r>
          <a:endParaRPr lang="el-GR" sz="2000" b="0" kern="1200"/>
        </a:p>
      </dsp:txBody>
      <dsp:txXfrm>
        <a:off x="3286" y="1242824"/>
        <a:ext cx="3203971" cy="2717549"/>
      </dsp:txXfrm>
    </dsp:sp>
    <dsp:sp modelId="{8E1E53CB-3E74-4CB7-B697-F65F7D327E5E}">
      <dsp:nvSpPr>
        <dsp:cNvPr id="0" name=""/>
        <dsp:cNvSpPr/>
      </dsp:nvSpPr>
      <dsp:spPr>
        <a:xfrm>
          <a:off x="3655814" y="534527"/>
          <a:ext cx="3203971" cy="708297"/>
        </a:xfrm>
        <a:prstGeom prst="rec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1" kern="1200">
              <a:latin typeface="Arial"/>
              <a:cs typeface="Arial"/>
            </a:rPr>
            <a:t>Real-World </a:t>
          </a:r>
          <a:r>
            <a:rPr lang="el-GR" sz="2000" b="1" kern="1200" err="1">
              <a:latin typeface="Arial"/>
              <a:cs typeface="Arial"/>
            </a:rPr>
            <a:t>Application</a:t>
          </a:r>
          <a:r>
            <a:rPr lang="el-GR" sz="2000" b="1" kern="1200">
              <a:latin typeface="Arial"/>
              <a:cs typeface="Arial"/>
            </a:rPr>
            <a:t> </a:t>
          </a:r>
          <a:r>
            <a:rPr lang="el-GR" sz="2000" b="1" kern="1200" err="1">
              <a:latin typeface="Arial"/>
              <a:cs typeface="Arial"/>
            </a:rPr>
            <a:t>Assignments</a:t>
          </a:r>
          <a:endParaRPr lang="el-GR" sz="2000" kern="1200" err="1">
            <a:latin typeface="Aptos Display" panose="02110004020202020204"/>
          </a:endParaRPr>
        </a:p>
      </dsp:txBody>
      <dsp:txXfrm>
        <a:off x="3655814" y="534527"/>
        <a:ext cx="3203971" cy="708297"/>
      </dsp:txXfrm>
    </dsp:sp>
    <dsp:sp modelId="{D4B9502B-23D5-4D25-9394-E854BCF6A492}">
      <dsp:nvSpPr>
        <dsp:cNvPr id="0" name=""/>
        <dsp:cNvSpPr/>
      </dsp:nvSpPr>
      <dsp:spPr>
        <a:xfrm>
          <a:off x="3655814" y="1242824"/>
          <a:ext cx="3203971" cy="2717549"/>
        </a:xfrm>
        <a:prstGeom prst="rect">
          <a:avLst/>
        </a:prstGeom>
        <a:solidFill>
          <a:schemeClr val="accent4">
            <a:tint val="40000"/>
            <a:alpha val="90000"/>
            <a:hueOff val="3079768"/>
            <a:satOff val="-15334"/>
            <a:lumOff val="-1455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3079768"/>
              <a:satOff val="-15334"/>
              <a:lumOff val="-14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b="0" kern="1200">
              <a:latin typeface="Arial"/>
              <a:cs typeface="Arial"/>
            </a:rPr>
            <a:t>Ask participants to apply what they learned in their daily digital interactions</a:t>
          </a:r>
          <a:endParaRPr lang="el-GR" sz="2000" b="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b="0" kern="1200" err="1">
              <a:latin typeface="Arial"/>
              <a:cs typeface="Arial"/>
            </a:rPr>
            <a:t>Have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them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submit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screenshots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or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reflections</a:t>
          </a:r>
          <a:r>
            <a:rPr lang="el-GR" sz="2000" b="0" kern="1200">
              <a:latin typeface="Arial"/>
              <a:cs typeface="Arial"/>
            </a:rPr>
            <a:t> on </a:t>
          </a:r>
          <a:r>
            <a:rPr lang="el-GR" sz="2000" b="0" kern="1200" err="1">
              <a:latin typeface="Arial"/>
              <a:cs typeface="Arial"/>
            </a:rPr>
            <a:t>how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they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applied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netiquette</a:t>
          </a:r>
          <a:r>
            <a:rPr lang="el-GR" sz="2000" b="0" kern="1200">
              <a:latin typeface="Arial"/>
              <a:cs typeface="Arial"/>
            </a:rPr>
            <a:t> </a:t>
          </a:r>
          <a:r>
            <a:rPr lang="el-GR" sz="2000" b="0" kern="1200" err="1">
              <a:latin typeface="Arial"/>
              <a:cs typeface="Arial"/>
            </a:rPr>
            <a:t>principles</a:t>
          </a:r>
          <a:r>
            <a:rPr lang="el-GR" sz="2000" b="0" kern="1200">
              <a:latin typeface="Arial"/>
              <a:cs typeface="Arial"/>
            </a:rPr>
            <a:t>.</a:t>
          </a:r>
          <a:endParaRPr lang="el-GR" sz="2000" b="0" kern="1200">
            <a:latin typeface="Aptos Display" panose="02110004020202020204"/>
          </a:endParaRPr>
        </a:p>
      </dsp:txBody>
      <dsp:txXfrm>
        <a:off x="3655814" y="1242824"/>
        <a:ext cx="3203971" cy="2717549"/>
      </dsp:txXfrm>
    </dsp:sp>
    <dsp:sp modelId="{2E816D61-54F8-4660-92DB-B5E7DE02B7CC}">
      <dsp:nvSpPr>
        <dsp:cNvPr id="0" name=""/>
        <dsp:cNvSpPr/>
      </dsp:nvSpPr>
      <dsp:spPr>
        <a:xfrm>
          <a:off x="7308342" y="534527"/>
          <a:ext cx="3203971" cy="708297"/>
        </a:xfrm>
        <a:prstGeom prst="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1" kern="1200">
              <a:latin typeface="Arial"/>
              <a:cs typeface="Arial"/>
            </a:rPr>
            <a:t>Role-Playing &amp; Simulations</a:t>
          </a:r>
          <a:endParaRPr lang="el-GR" sz="2000" kern="1200">
            <a:latin typeface="Aptos Display" panose="02110004020202020204"/>
          </a:endParaRPr>
        </a:p>
      </dsp:txBody>
      <dsp:txXfrm>
        <a:off x="7308342" y="534527"/>
        <a:ext cx="3203971" cy="708297"/>
      </dsp:txXfrm>
    </dsp:sp>
    <dsp:sp modelId="{4D3AFE57-06F2-4FE9-A876-AAA345906E54}">
      <dsp:nvSpPr>
        <dsp:cNvPr id="0" name=""/>
        <dsp:cNvSpPr/>
      </dsp:nvSpPr>
      <dsp:spPr>
        <a:xfrm>
          <a:off x="7308342" y="1242824"/>
          <a:ext cx="3203971" cy="2717549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b="0" kern="1200">
              <a:latin typeface="Arial"/>
              <a:cs typeface="Arial"/>
            </a:rPr>
            <a:t>During the workshop, use scenarios and role-playing to observe how participants respond to digital communication challenges.</a:t>
          </a:r>
          <a:endParaRPr lang="el-GR" sz="2000" b="0" kern="1200">
            <a:latin typeface="Aptos Display" panose="02110004020202020204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b="0" kern="1200">
              <a:latin typeface="Arial"/>
              <a:cs typeface="Arial"/>
            </a:rPr>
            <a:t>Provide feedback and adjustments to improve real-world application.</a:t>
          </a:r>
          <a:endParaRPr lang="en-US" sz="2000" b="0" kern="1200">
            <a:latin typeface="Aptos Display" panose="02110004020202020204"/>
          </a:endParaRPr>
        </a:p>
      </dsp:txBody>
      <dsp:txXfrm>
        <a:off x="7308342" y="1242824"/>
        <a:ext cx="3203971" cy="27175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C7DA04-835B-43C9-97DC-012F14974ECF}">
      <dsp:nvSpPr>
        <dsp:cNvPr id="0" name=""/>
        <dsp:cNvSpPr/>
      </dsp:nvSpPr>
      <dsp:spPr>
        <a:xfrm>
          <a:off x="0" y="0"/>
          <a:ext cx="1351772" cy="13517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2" r="14157" b="-2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4F236E-8B85-400F-9372-2AE865D441FE}">
      <dsp:nvSpPr>
        <dsp:cNvPr id="0" name=""/>
        <dsp:cNvSpPr/>
      </dsp:nvSpPr>
      <dsp:spPr>
        <a:xfrm>
          <a:off x="1531772" y="0"/>
          <a:ext cx="4124963" cy="371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Acronyms for Memory</a:t>
          </a:r>
        </a:p>
      </dsp:txBody>
      <dsp:txXfrm>
        <a:off x="1531772" y="0"/>
        <a:ext cx="4124963" cy="371866"/>
      </dsp:txXfrm>
    </dsp:sp>
    <dsp:sp modelId="{6E077D43-8706-437C-A779-E20FCABE1279}">
      <dsp:nvSpPr>
        <dsp:cNvPr id="0" name=""/>
        <dsp:cNvSpPr/>
      </dsp:nvSpPr>
      <dsp:spPr>
        <a:xfrm>
          <a:off x="1531772" y="371866"/>
          <a:ext cx="4124963" cy="97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Acronyms can simplify complex information and make it easier to remember critical concepts in effective communication.</a:t>
          </a:r>
        </a:p>
      </dsp:txBody>
      <dsp:txXfrm>
        <a:off x="1531772" y="371866"/>
        <a:ext cx="4124963" cy="979906"/>
      </dsp:txXfrm>
    </dsp:sp>
    <dsp:sp modelId="{78DB6FCA-7747-4BD1-AFE7-0E5E1EFEA6E6}">
      <dsp:nvSpPr>
        <dsp:cNvPr id="0" name=""/>
        <dsp:cNvSpPr/>
      </dsp:nvSpPr>
      <dsp:spPr>
        <a:xfrm>
          <a:off x="0" y="1459914"/>
          <a:ext cx="1351772" cy="135177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7" r="16832" b="-2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28476E-59DE-4A58-9273-3FC4E099503A}">
      <dsp:nvSpPr>
        <dsp:cNvPr id="0" name=""/>
        <dsp:cNvSpPr/>
      </dsp:nvSpPr>
      <dsp:spPr>
        <a:xfrm>
          <a:off x="1531772" y="1459914"/>
          <a:ext cx="4124963" cy="371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Importance of Clarity</a:t>
          </a:r>
        </a:p>
      </dsp:txBody>
      <dsp:txXfrm>
        <a:off x="1531772" y="1459914"/>
        <a:ext cx="4124963" cy="371866"/>
      </dsp:txXfrm>
    </dsp:sp>
    <dsp:sp modelId="{CF8D5BC7-F435-4818-A4ED-D027F064FEC9}">
      <dsp:nvSpPr>
        <dsp:cNvPr id="0" name=""/>
        <dsp:cNvSpPr/>
      </dsp:nvSpPr>
      <dsp:spPr>
        <a:xfrm>
          <a:off x="1531772" y="1831780"/>
          <a:ext cx="4124963" cy="97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Clarity in emails ensures the message is understood by the recipient, reducing confusion and enhancing communication.</a:t>
          </a:r>
        </a:p>
      </dsp:txBody>
      <dsp:txXfrm>
        <a:off x="1531772" y="1831780"/>
        <a:ext cx="4124963" cy="979906"/>
      </dsp:txXfrm>
    </dsp:sp>
    <dsp:sp modelId="{16F932C7-9E0F-407F-BD33-FDF021BD76C4}">
      <dsp:nvSpPr>
        <dsp:cNvPr id="0" name=""/>
        <dsp:cNvSpPr/>
      </dsp:nvSpPr>
      <dsp:spPr>
        <a:xfrm>
          <a:off x="0" y="2919829"/>
          <a:ext cx="1351772" cy="13517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5380" b="-2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75502C-B033-42AB-8716-69FE2047E0DB}">
      <dsp:nvSpPr>
        <dsp:cNvPr id="0" name=""/>
        <dsp:cNvSpPr/>
      </dsp:nvSpPr>
      <dsp:spPr>
        <a:xfrm>
          <a:off x="1531772" y="2919829"/>
          <a:ext cx="4124963" cy="371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Emphasizing Empathy</a:t>
          </a:r>
        </a:p>
      </dsp:txBody>
      <dsp:txXfrm>
        <a:off x="1531772" y="2919829"/>
        <a:ext cx="4124963" cy="371866"/>
      </dsp:txXfrm>
    </dsp:sp>
    <dsp:sp modelId="{20D4644F-A283-47C4-8C24-78C5AD569497}">
      <dsp:nvSpPr>
        <dsp:cNvPr id="0" name=""/>
        <dsp:cNvSpPr/>
      </dsp:nvSpPr>
      <dsp:spPr>
        <a:xfrm>
          <a:off x="1531772" y="3291695"/>
          <a:ext cx="4124963" cy="979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Incorporating empathy in emails fosters better relationships and understanding between the sender and recipient.</a:t>
          </a:r>
        </a:p>
      </dsp:txBody>
      <dsp:txXfrm>
        <a:off x="1531772" y="3291695"/>
        <a:ext cx="4124963" cy="9799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29EFD-9527-44CF-AD5D-7F8E3082542F}">
      <dsp:nvSpPr>
        <dsp:cNvPr id="0" name=""/>
        <dsp:cNvSpPr/>
      </dsp:nvSpPr>
      <dsp:spPr>
        <a:xfrm>
          <a:off x="0" y="0"/>
          <a:ext cx="2512063" cy="604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Thoughtful Program Design</a:t>
          </a:r>
        </a:p>
      </dsp:txBody>
      <dsp:txXfrm>
        <a:off x="0" y="0"/>
        <a:ext cx="2512063" cy="604600"/>
      </dsp:txXfrm>
    </dsp:sp>
    <dsp:sp modelId="{46A3B1A0-A75E-4801-9C92-FDE7F6DAC167}">
      <dsp:nvSpPr>
        <dsp:cNvPr id="0" name=""/>
        <dsp:cNvSpPr/>
      </dsp:nvSpPr>
      <dsp:spPr>
        <a:xfrm>
          <a:off x="0" y="604600"/>
          <a:ext cx="2512063" cy="19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 effective training program should be well-structured, focusing on the specific needs of interns to enhance their email etiquette skills.</a:t>
          </a:r>
        </a:p>
      </dsp:txBody>
      <dsp:txXfrm>
        <a:off x="0" y="604600"/>
        <a:ext cx="2512063" cy="1901100"/>
      </dsp:txXfrm>
    </dsp:sp>
    <dsp:sp modelId="{918CC6BD-C9E5-4C2C-9A89-881AEBEF7EAC}">
      <dsp:nvSpPr>
        <dsp:cNvPr id="0" name=""/>
        <dsp:cNvSpPr/>
      </dsp:nvSpPr>
      <dsp:spPr>
        <a:xfrm>
          <a:off x="2763270" y="0"/>
          <a:ext cx="2512063" cy="604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Skilled Trainers</a:t>
          </a:r>
        </a:p>
      </dsp:txBody>
      <dsp:txXfrm>
        <a:off x="2763270" y="0"/>
        <a:ext cx="2512063" cy="604600"/>
      </dsp:txXfrm>
    </dsp:sp>
    <dsp:sp modelId="{B543F9A2-7BDE-4645-AC66-5CB0F0B83864}">
      <dsp:nvSpPr>
        <dsp:cNvPr id="0" name=""/>
        <dsp:cNvSpPr/>
      </dsp:nvSpPr>
      <dsp:spPr>
        <a:xfrm>
          <a:off x="2763270" y="604600"/>
          <a:ext cx="2512063" cy="19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Engaging and experienced trainers are essential to provide valuable insights and practical knowledge about email etiquette.</a:t>
          </a:r>
        </a:p>
      </dsp:txBody>
      <dsp:txXfrm>
        <a:off x="2763270" y="604600"/>
        <a:ext cx="2512063" cy="1901100"/>
      </dsp:txXfrm>
    </dsp:sp>
    <dsp:sp modelId="{E2C925E2-4E8A-4E25-A2C0-4897B4C24B91}">
      <dsp:nvSpPr>
        <dsp:cNvPr id="0" name=""/>
        <dsp:cNvSpPr/>
      </dsp:nvSpPr>
      <dsp:spPr>
        <a:xfrm>
          <a:off x="5526540" y="0"/>
          <a:ext cx="2512063" cy="604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Engaging Materials</a:t>
          </a:r>
        </a:p>
      </dsp:txBody>
      <dsp:txXfrm>
        <a:off x="5526540" y="0"/>
        <a:ext cx="2512063" cy="604600"/>
      </dsp:txXfrm>
    </dsp:sp>
    <dsp:sp modelId="{3D94FC16-80AD-4768-BA7C-289AB1C04970}">
      <dsp:nvSpPr>
        <dsp:cNvPr id="0" name=""/>
        <dsp:cNvSpPr/>
      </dsp:nvSpPr>
      <dsp:spPr>
        <a:xfrm>
          <a:off x="5526540" y="604600"/>
          <a:ext cx="2512063" cy="19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Using engaging and interactive materials keeps interns motivated and helps reinforce learning during the training sessions.</a:t>
          </a:r>
        </a:p>
      </dsp:txBody>
      <dsp:txXfrm>
        <a:off x="5526540" y="604600"/>
        <a:ext cx="2512063" cy="1901100"/>
      </dsp:txXfrm>
    </dsp:sp>
    <dsp:sp modelId="{FCC9CA50-51F5-4CB8-B398-72FA21278D1C}">
      <dsp:nvSpPr>
        <dsp:cNvPr id="0" name=""/>
        <dsp:cNvSpPr/>
      </dsp:nvSpPr>
      <dsp:spPr>
        <a:xfrm>
          <a:off x="8289811" y="0"/>
          <a:ext cx="2512063" cy="604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Interactive Activities</a:t>
          </a:r>
        </a:p>
      </dsp:txBody>
      <dsp:txXfrm>
        <a:off x="8289811" y="0"/>
        <a:ext cx="2512063" cy="604600"/>
      </dsp:txXfrm>
    </dsp:sp>
    <dsp:sp modelId="{A591610E-E60B-492B-96BC-1855E7A22B1D}">
      <dsp:nvSpPr>
        <dsp:cNvPr id="0" name=""/>
        <dsp:cNvSpPr/>
      </dsp:nvSpPr>
      <dsp:spPr>
        <a:xfrm>
          <a:off x="8289811" y="604600"/>
          <a:ext cx="2512063" cy="190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Incorporating interactive activities into the training allows interns to practice their skills and receive immediate feedback.</a:t>
          </a:r>
        </a:p>
      </dsp:txBody>
      <dsp:txXfrm>
        <a:off x="8289811" y="604600"/>
        <a:ext cx="2512063" cy="1901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381AD-91B8-4A2A-8F13-9A71D04C246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F1FD5-A2EC-45AF-AABF-01B349761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1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4EBF3-08B6-4EFB-9CAB-B84245F5AB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1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4EBF3-08B6-4EFB-9CAB-B84245F5AB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51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4EBF3-08B6-4EFB-9CAB-B84245F5AB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83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4EBF3-08B6-4EFB-9CAB-B84245F5AB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85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4EBF3-08B6-4EFB-9CAB-B84245F5AB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61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4EBF3-08B6-4EFB-9CAB-B84245F5AB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95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4EBF3-08B6-4EFB-9CAB-B84245F5AB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97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1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1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2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4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5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5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1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57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82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4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5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9F76-7825-C4B7-5B3B-B5424FF5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1083" y="1409700"/>
            <a:ext cx="4167042" cy="287586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 dirty="0"/>
              <a:t> Training Program for Interns on Proper Email Etiquette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08905-F5BC-769D-7D56-5B7519151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9191" y="4431107"/>
            <a:ext cx="3972865" cy="1344426"/>
          </a:xfrm>
        </p:spPr>
        <p:txBody>
          <a:bodyPr anchor="t">
            <a:normAutofit/>
          </a:bodyPr>
          <a:lstStyle/>
          <a:p>
            <a:r>
              <a:rPr lang="en-US" sz="1700" dirty="0"/>
              <a:t>Essential skills for effective communication in the workplace</a:t>
            </a:r>
          </a:p>
        </p:txBody>
      </p:sp>
      <p:pic>
        <p:nvPicPr>
          <p:cNvPr id="4" name="Picture 3" descr="Laptop and a notebook on a table">
            <a:extLst>
              <a:ext uri="{FF2B5EF4-FFF2-40B4-BE49-F238E27FC236}">
                <a16:creationId xmlns:a16="http://schemas.microsoft.com/office/drawing/2014/main" id="{1F86FB77-0AF9-431B-850A-BDFEC1A07C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04" r="14657" b="2"/>
          <a:stretch/>
        </p:blipFill>
        <p:spPr>
          <a:xfrm>
            <a:off x="20" y="609600"/>
            <a:ext cx="6778327" cy="568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5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C169-4161-3453-FEA9-CD55BFC6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Seating Arrangement for In-Person Training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08E94-AB18-ED3B-8249-2FDEE9BBDD65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Facilitating Interaction</a:t>
            </a:r>
          </a:p>
          <a:p>
            <a:pPr marL="0" lvl="1" indent="0">
              <a:buNone/>
            </a:pPr>
            <a:r>
              <a:rPr lang="en-US" sz="1400"/>
              <a:t>This seating arrangement would encourage interaction and collaboration among participants.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Clear View of Trainer</a:t>
            </a:r>
          </a:p>
          <a:p>
            <a:pPr marL="0" lvl="1" indent="0">
              <a:buNone/>
            </a:pPr>
            <a:r>
              <a:rPr lang="en-US" sz="1400"/>
              <a:t>Ensure that all participants have a clear view of the trainer to enhance understanding and engagement.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Promoting Discussion</a:t>
            </a:r>
          </a:p>
          <a:p>
            <a:pPr marL="0" lvl="1" indent="0">
              <a:buNone/>
            </a:pPr>
            <a:r>
              <a:rPr lang="en-US" sz="1400"/>
              <a:t>This setup would foster open discussions and make sharing experiences easier for the participants.</a:t>
            </a:r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DA18A5C5-0CCD-AE9C-F61E-3D51A1973C7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76492" y="914400"/>
            <a:ext cx="4416532" cy="449131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168693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131B-E7C5-1C2F-8570-F4B545691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Expertise Required for Trainers</a:t>
            </a:r>
          </a:p>
        </p:txBody>
      </p:sp>
      <p:pic>
        <p:nvPicPr>
          <p:cNvPr id="5" name="Content Placeholder 4" descr="Portrait of successful business team">
            <a:extLst>
              <a:ext uri="{FF2B5EF4-FFF2-40B4-BE49-F238E27FC236}">
                <a16:creationId xmlns:a16="http://schemas.microsoft.com/office/drawing/2014/main" id="{979481EE-8D71-4172-A8AA-4E696F76EA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10499" b="1"/>
          <a:stretch/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D0B42-EC31-623F-43E8-A43D0C350DF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Understanding Email Etiquette</a:t>
            </a:r>
          </a:p>
          <a:p>
            <a:pPr marL="0" lvl="1" indent="0">
              <a:buNone/>
            </a:pPr>
            <a:r>
              <a:rPr lang="en-US" sz="1400"/>
              <a:t>Trainers would need to demonstrate a solid grasp of email etiquette to facilitate professional communication and enhance participant engagement.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Communication Theories</a:t>
            </a:r>
          </a:p>
          <a:p>
            <a:pPr marL="0" lvl="1" indent="0">
              <a:buNone/>
            </a:pPr>
            <a:r>
              <a:rPr lang="en-US" sz="1400"/>
              <a:t>A deep understanding of communication theories enables trainers to effectively convey information and foster interaction among participants.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Effective Teaching Methods</a:t>
            </a:r>
          </a:p>
          <a:p>
            <a:pPr marL="0" lvl="1" indent="0">
              <a:buNone/>
            </a:pPr>
            <a:r>
              <a:rPr lang="en-US" sz="1400"/>
              <a:t>Trainers must be familiar with various teaching methods to adapt their style to different learning needs and environments.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Providing Practical Examples</a:t>
            </a:r>
          </a:p>
          <a:p>
            <a:pPr marL="0" lvl="1" indent="0">
              <a:buNone/>
            </a:pPr>
            <a:r>
              <a:rPr lang="en-US" sz="1400"/>
              <a:t>They must be capable of providing practical examples and addressing questions from participants to enhance learning.</a:t>
            </a:r>
          </a:p>
        </p:txBody>
      </p:sp>
    </p:spTree>
    <p:extLst>
      <p:ext uri="{BB962C8B-B14F-4D97-AF65-F5344CB8AC3E}">
        <p14:creationId xmlns:p14="http://schemas.microsoft.com/office/powerpoint/2010/main" val="32322681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2F04-5141-B8BA-9244-0ED6C24C5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412998" cy="1839433"/>
          </a:xfrm>
        </p:spPr>
        <p:txBody>
          <a:bodyPr>
            <a:normAutofit/>
          </a:bodyPr>
          <a:lstStyle/>
          <a:p>
            <a:r>
              <a:rPr lang="en-US" sz="3600"/>
              <a:t>Planned Activities for Engagement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E9F226D-BBCD-4F5D-9A3D-CBB4E8066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4632670" y="1014984"/>
          <a:ext cx="7029274" cy="5314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228040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B300-A7B8-8973-BC0C-5DE0B27D7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4516" y="3735"/>
            <a:ext cx="7680960" cy="863101"/>
          </a:xfrm>
        </p:spPr>
        <p:txBody>
          <a:bodyPr anchor="b">
            <a:normAutofit fontScale="90000"/>
          </a:bodyPr>
          <a:lstStyle/>
          <a:p>
            <a:r>
              <a:rPr lang="en-US"/>
              <a:t>Concept Map Overview</a:t>
            </a:r>
          </a:p>
        </p:txBody>
      </p:sp>
      <p:cxnSp>
        <p:nvCxnSpPr>
          <p:cNvPr id="3" name="Ευθύγραμμο βέλος σύνδεσης 2">
            <a:extLst>
              <a:ext uri="{FF2B5EF4-FFF2-40B4-BE49-F238E27FC236}">
                <a16:creationId xmlns:a16="http://schemas.microsoft.com/office/drawing/2014/main" id="{B32B0AD2-CABC-76B6-CB96-0AEA5D4EACAE}"/>
              </a:ext>
            </a:extLst>
          </p:cNvPr>
          <p:cNvCxnSpPr/>
          <p:nvPr/>
        </p:nvCxnSpPr>
        <p:spPr>
          <a:xfrm>
            <a:off x="6142901" y="872766"/>
            <a:ext cx="4142" cy="5992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0245DD8-564D-7877-1CC3-2CCC6CCE7C3B}"/>
              </a:ext>
            </a:extLst>
          </p:cNvPr>
          <p:cNvSpPr txBox="1"/>
          <p:nvPr/>
        </p:nvSpPr>
        <p:spPr>
          <a:xfrm>
            <a:off x="661600" y="1713711"/>
            <a:ext cx="5272066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l-GR" sz="2000" b="1">
                <a:latin typeface="Arial"/>
                <a:cs typeface="Arial"/>
              </a:rPr>
              <a:t>Social </a:t>
            </a:r>
            <a:r>
              <a:rPr lang="el-GR" sz="2000" b="1" err="1">
                <a:latin typeface="Arial"/>
                <a:cs typeface="Arial"/>
              </a:rPr>
              <a:t>Learning</a:t>
            </a:r>
            <a:r>
              <a:rPr lang="el-GR" sz="2000" b="1">
                <a:latin typeface="Arial"/>
                <a:cs typeface="Arial"/>
              </a:rPr>
              <a:t> </a:t>
            </a:r>
            <a:r>
              <a:rPr lang="el-GR" sz="2000" b="1" err="1">
                <a:latin typeface="Arial"/>
                <a:cs typeface="Arial"/>
              </a:rPr>
              <a:t>Theory</a:t>
            </a:r>
            <a:r>
              <a:rPr lang="el-GR" sz="2000" b="1">
                <a:latin typeface="Arial"/>
                <a:cs typeface="Arial"/>
              </a:rPr>
              <a:t>:</a:t>
            </a:r>
            <a:endParaRPr lang="el-GR" sz="2000"/>
          </a:p>
          <a:p>
            <a:endParaRPr lang="el-GR" sz="2000" b="1">
              <a:latin typeface="Arial"/>
              <a:cs typeface="Arial"/>
            </a:endParaRPr>
          </a:p>
          <a:p>
            <a:r>
              <a:rPr lang="el-GR" sz="2000" b="1" err="1">
                <a:latin typeface="Arial"/>
                <a:cs typeface="Arial"/>
              </a:rPr>
              <a:t>Observing</a:t>
            </a:r>
            <a:r>
              <a:rPr lang="el-GR" sz="2000" b="1">
                <a:latin typeface="Arial"/>
                <a:cs typeface="Arial"/>
              </a:rPr>
              <a:t> </a:t>
            </a:r>
            <a:r>
              <a:rPr lang="el-GR" sz="2000" b="1" err="1">
                <a:latin typeface="Arial"/>
                <a:cs typeface="Arial"/>
              </a:rPr>
              <a:t>others</a:t>
            </a:r>
            <a:r>
              <a:rPr lang="el-GR" sz="2000" b="1">
                <a:latin typeface="Arial"/>
                <a:cs typeface="Arial"/>
              </a:rPr>
              <a:t>: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Learning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proper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netiquette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by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observing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positive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online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interactions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from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peers</a:t>
            </a:r>
            <a:r>
              <a:rPr lang="el-GR" sz="2000">
                <a:latin typeface="Arial"/>
                <a:cs typeface="Arial"/>
              </a:rPr>
              <a:t>, </a:t>
            </a:r>
            <a:r>
              <a:rPr lang="el-GR" sz="2000" err="1">
                <a:latin typeface="Arial"/>
                <a:cs typeface="Arial"/>
              </a:rPr>
              <a:t>mentors</a:t>
            </a:r>
            <a:r>
              <a:rPr lang="el-GR" sz="2000">
                <a:latin typeface="Arial"/>
                <a:cs typeface="Arial"/>
              </a:rPr>
              <a:t>, </a:t>
            </a:r>
            <a:r>
              <a:rPr lang="el-GR" sz="2000" err="1">
                <a:latin typeface="Arial"/>
                <a:cs typeface="Arial"/>
              </a:rPr>
              <a:t>or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role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models</a:t>
            </a:r>
            <a:r>
              <a:rPr lang="el-GR" sz="2000">
                <a:latin typeface="Arial"/>
                <a:cs typeface="Arial"/>
              </a:rPr>
              <a:t>.</a:t>
            </a:r>
            <a:endParaRPr lang="el-GR" sz="2000">
              <a:latin typeface="Aptos" panose="02110004020202020204"/>
              <a:cs typeface="Arial"/>
            </a:endParaRPr>
          </a:p>
          <a:p>
            <a:endParaRPr lang="el-GR" sz="2000" b="1"/>
          </a:p>
          <a:p>
            <a:r>
              <a:rPr lang="el-GR" sz="2000" b="1" err="1">
                <a:latin typeface="Arial"/>
                <a:cs typeface="Arial"/>
              </a:rPr>
              <a:t>Imitation</a:t>
            </a:r>
            <a:r>
              <a:rPr lang="el-GR" sz="2000" b="1">
                <a:latin typeface="Arial"/>
                <a:cs typeface="Arial"/>
              </a:rPr>
              <a:t>: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Actively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mimicking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polite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language</a:t>
            </a:r>
            <a:r>
              <a:rPr lang="el-GR" sz="2000">
                <a:latin typeface="Arial"/>
                <a:cs typeface="Arial"/>
              </a:rPr>
              <a:t> and </a:t>
            </a:r>
            <a:r>
              <a:rPr lang="el-GR" sz="2000" err="1">
                <a:latin typeface="Arial"/>
                <a:cs typeface="Arial"/>
              </a:rPr>
              <a:t>respectful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communication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styles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seen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online</a:t>
            </a:r>
            <a:r>
              <a:rPr lang="el-GR" sz="2000">
                <a:latin typeface="Arial"/>
                <a:cs typeface="Arial"/>
              </a:rPr>
              <a:t>. </a:t>
            </a:r>
            <a:endParaRPr lang="el-GR" sz="2000"/>
          </a:p>
          <a:p>
            <a:endParaRPr lang="el-GR" sz="2000">
              <a:latin typeface="Arial"/>
              <a:cs typeface="Arial"/>
            </a:endParaRPr>
          </a:p>
          <a:p>
            <a:r>
              <a:rPr lang="el-GR" sz="2000" b="1" err="1">
                <a:latin typeface="Arial"/>
                <a:cs typeface="Arial"/>
              </a:rPr>
              <a:t>Reinforcement</a:t>
            </a:r>
            <a:r>
              <a:rPr lang="el-GR" sz="2000" b="1">
                <a:latin typeface="Arial"/>
                <a:cs typeface="Arial"/>
              </a:rPr>
              <a:t>: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Positive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feedback</a:t>
            </a:r>
            <a:r>
              <a:rPr lang="el-GR" sz="2000">
                <a:latin typeface="Arial"/>
                <a:cs typeface="Arial"/>
              </a:rPr>
              <a:t> for </a:t>
            </a:r>
            <a:r>
              <a:rPr lang="el-GR" sz="2000" err="1">
                <a:latin typeface="Arial"/>
                <a:cs typeface="Arial"/>
              </a:rPr>
              <a:t>exhibiting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good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netiquette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encourages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repetition</a:t>
            </a:r>
            <a:r>
              <a:rPr lang="el-GR" sz="2000">
                <a:latin typeface="Arial"/>
                <a:cs typeface="Arial"/>
              </a:rPr>
              <a:t>.</a:t>
            </a:r>
            <a:endParaRPr lang="el-GR" sz="2000"/>
          </a:p>
          <a:p>
            <a:br>
              <a:rPr lang="en-US"/>
            </a:b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E31A36-3D18-679C-1904-77EF8508F722}"/>
              </a:ext>
            </a:extLst>
          </p:cNvPr>
          <p:cNvSpPr txBox="1"/>
          <p:nvPr/>
        </p:nvSpPr>
        <p:spPr>
          <a:xfrm>
            <a:off x="6612287" y="1711493"/>
            <a:ext cx="5135842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l-GR" sz="2000" err="1">
                <a:latin typeface="Arial"/>
                <a:cs typeface="Arial"/>
              </a:rPr>
              <a:t>Expectancy-Value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Theory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states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that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motivation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is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driven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by</a:t>
            </a:r>
            <a:r>
              <a:rPr lang="el-GR" sz="2000">
                <a:latin typeface="Arial"/>
                <a:cs typeface="Arial"/>
              </a:rPr>
              <a:t>:</a:t>
            </a:r>
            <a:endParaRPr lang="el-GR" sz="2000"/>
          </a:p>
          <a:p>
            <a:pPr marL="457200" indent="-457200">
              <a:buAutoNum type="arabicPeriod"/>
            </a:pPr>
            <a:endParaRPr lang="el-GR" sz="2000" b="1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l-GR" sz="2000" b="1" err="1">
                <a:latin typeface="Arial"/>
                <a:cs typeface="Arial"/>
              </a:rPr>
              <a:t>Expectancy</a:t>
            </a:r>
            <a:r>
              <a:rPr lang="el-GR" sz="2000" b="1">
                <a:latin typeface="Arial"/>
                <a:cs typeface="Arial"/>
              </a:rPr>
              <a:t> (</a:t>
            </a:r>
            <a:r>
              <a:rPr lang="el-GR" sz="2000" b="1" err="1">
                <a:latin typeface="Arial"/>
                <a:cs typeface="Arial"/>
              </a:rPr>
              <a:t>Belief</a:t>
            </a:r>
            <a:r>
              <a:rPr lang="el-GR" sz="2000" b="1">
                <a:latin typeface="Arial"/>
                <a:cs typeface="Arial"/>
              </a:rPr>
              <a:t> in </a:t>
            </a:r>
            <a:r>
              <a:rPr lang="el-GR" sz="2000" b="1" err="1">
                <a:latin typeface="Arial"/>
                <a:cs typeface="Arial"/>
              </a:rPr>
              <a:t>Success</a:t>
            </a:r>
            <a:r>
              <a:rPr lang="el-GR" sz="2000" b="1">
                <a:latin typeface="Arial"/>
                <a:cs typeface="Arial"/>
              </a:rPr>
              <a:t>)</a:t>
            </a:r>
            <a:r>
              <a:rPr lang="el-GR" sz="2000">
                <a:latin typeface="Arial"/>
                <a:cs typeface="Arial"/>
              </a:rPr>
              <a:t> – </a:t>
            </a:r>
            <a:r>
              <a:rPr lang="el-GR" sz="2000" err="1">
                <a:latin typeface="Arial"/>
                <a:cs typeface="Arial"/>
              </a:rPr>
              <a:t>Do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learners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believe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they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can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successfully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apply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netiquette</a:t>
            </a:r>
            <a:r>
              <a:rPr lang="el-GR" sz="2000">
                <a:latin typeface="Arial"/>
                <a:cs typeface="Arial"/>
              </a:rPr>
              <a:t>?</a:t>
            </a:r>
            <a:endParaRPr lang="el-GR" sz="2000"/>
          </a:p>
          <a:p>
            <a:pPr marL="285750" indent="-285750">
              <a:buAutoNum type="arabicPeriod"/>
            </a:pPr>
            <a:endParaRPr lang="el-GR" sz="2000" b="1">
              <a:latin typeface="Arial"/>
              <a:cs typeface="Arial"/>
            </a:endParaRPr>
          </a:p>
          <a:p>
            <a:pPr marL="285750" indent="-285750">
              <a:buAutoNum type="arabicPeriod"/>
            </a:pPr>
            <a:r>
              <a:rPr lang="el-GR" sz="2000" b="1" err="1">
                <a:latin typeface="Arial"/>
                <a:cs typeface="Arial"/>
              </a:rPr>
              <a:t>Value</a:t>
            </a:r>
            <a:r>
              <a:rPr lang="el-GR" sz="2000" b="1">
                <a:latin typeface="Arial"/>
                <a:cs typeface="Arial"/>
              </a:rPr>
              <a:t> (</a:t>
            </a:r>
            <a:r>
              <a:rPr lang="el-GR" sz="2000" b="1" err="1">
                <a:latin typeface="Arial"/>
                <a:cs typeface="Arial"/>
              </a:rPr>
              <a:t>Importance</a:t>
            </a:r>
            <a:r>
              <a:rPr lang="el-GR" sz="2000" b="1">
                <a:latin typeface="Arial"/>
                <a:cs typeface="Arial"/>
              </a:rPr>
              <a:t> &amp; </a:t>
            </a:r>
            <a:r>
              <a:rPr lang="el-GR" sz="2000" b="1" err="1">
                <a:latin typeface="Arial"/>
                <a:cs typeface="Arial"/>
              </a:rPr>
              <a:t>Relevance</a:t>
            </a:r>
            <a:r>
              <a:rPr lang="el-GR" sz="2000" b="1">
                <a:latin typeface="Arial"/>
                <a:cs typeface="Arial"/>
              </a:rPr>
              <a:t> of </a:t>
            </a:r>
            <a:r>
              <a:rPr lang="el-GR" sz="2000" b="1" err="1">
                <a:latin typeface="Arial"/>
                <a:cs typeface="Arial"/>
              </a:rPr>
              <a:t>Learning</a:t>
            </a:r>
            <a:r>
              <a:rPr lang="el-GR" sz="2000" b="1">
                <a:latin typeface="Arial"/>
                <a:cs typeface="Arial"/>
              </a:rPr>
              <a:t>)</a:t>
            </a:r>
            <a:r>
              <a:rPr lang="el-GR" sz="2000">
                <a:latin typeface="Arial"/>
                <a:cs typeface="Arial"/>
              </a:rPr>
              <a:t> – </a:t>
            </a:r>
            <a:r>
              <a:rPr lang="el-GR" sz="2000" err="1">
                <a:latin typeface="Arial"/>
                <a:cs typeface="Arial"/>
              </a:rPr>
              <a:t>Do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they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see</a:t>
            </a:r>
            <a:r>
              <a:rPr lang="el-GR" sz="2000">
                <a:latin typeface="Arial"/>
                <a:cs typeface="Arial"/>
              </a:rPr>
              <a:t> the </a:t>
            </a:r>
            <a:r>
              <a:rPr lang="el-GR" sz="2000" err="1">
                <a:latin typeface="Arial"/>
                <a:cs typeface="Arial"/>
              </a:rPr>
              <a:t>importance</a:t>
            </a:r>
            <a:r>
              <a:rPr lang="el-GR" sz="2000">
                <a:latin typeface="Arial"/>
                <a:cs typeface="Arial"/>
              </a:rPr>
              <a:t> of </a:t>
            </a:r>
            <a:r>
              <a:rPr lang="el-GR" sz="2000" err="1">
                <a:latin typeface="Arial"/>
                <a:cs typeface="Arial"/>
              </a:rPr>
              <a:t>netiquette</a:t>
            </a:r>
            <a:r>
              <a:rPr lang="el-GR" sz="2000">
                <a:latin typeface="Arial"/>
                <a:cs typeface="Arial"/>
              </a:rPr>
              <a:t> in </a:t>
            </a:r>
            <a:r>
              <a:rPr lang="el-GR" sz="2000" err="1">
                <a:latin typeface="Arial"/>
                <a:cs typeface="Arial"/>
              </a:rPr>
              <a:t>their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personal</a:t>
            </a:r>
            <a:r>
              <a:rPr lang="el-GR" sz="2000">
                <a:latin typeface="Arial"/>
                <a:cs typeface="Arial"/>
              </a:rPr>
              <a:t> and </a:t>
            </a:r>
            <a:r>
              <a:rPr lang="el-GR" sz="2000" err="1">
                <a:latin typeface="Arial"/>
                <a:cs typeface="Arial"/>
              </a:rPr>
              <a:t>professional</a:t>
            </a:r>
            <a:r>
              <a:rPr lang="el-GR" sz="2000">
                <a:latin typeface="Arial"/>
                <a:cs typeface="Arial"/>
              </a:rPr>
              <a:t> </a:t>
            </a:r>
            <a:r>
              <a:rPr lang="el-GR" sz="2000" err="1">
                <a:latin typeface="Arial"/>
                <a:cs typeface="Arial"/>
              </a:rPr>
              <a:t>lives</a:t>
            </a:r>
            <a:r>
              <a:rPr lang="el-GR" sz="2000">
                <a:latin typeface="Arial"/>
                <a:cs typeface="Arial"/>
              </a:rPr>
              <a:t>?</a:t>
            </a:r>
            <a:endParaRPr lang="el-GR" sz="2000"/>
          </a:p>
          <a:p>
            <a:endParaRPr lang="el-GR"/>
          </a:p>
        </p:txBody>
      </p:sp>
      <p:pic>
        <p:nvPicPr>
          <p:cNvPr id="10" name="Εικόνα 9" descr="Εικόνα που περιέχει ζωγραφιά, clipart, εικονογράφηση, Φιγούρα ζώου&#10;&#10;Το περιεχόμενο που δημιουργείται από τεχνητή νοημοσύνη μπορεί να μην είναι σωστό.">
            <a:extLst>
              <a:ext uri="{FF2B5EF4-FFF2-40B4-BE49-F238E27FC236}">
                <a16:creationId xmlns:a16="http://schemas.microsoft.com/office/drawing/2014/main" id="{2D0835BC-2FB1-0235-E294-1C3DFC199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08" y="-2761"/>
            <a:ext cx="1673089" cy="171726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Εικόνα 11" descr="Εικόνα που περιέχει ζωγραφιά, clipart, σκίτσο/σχέδιο, καρτούν&#10;&#10;Το περιεχόμενο που δημιουργείται από τεχνητή νοημοσύνη μπορεί να μην είναι σωστό.">
            <a:extLst>
              <a:ext uri="{FF2B5EF4-FFF2-40B4-BE49-F238E27FC236}">
                <a16:creationId xmlns:a16="http://schemas.microsoft.com/office/drawing/2014/main" id="{43990B21-2C6D-DB14-0BBA-1C3927CFC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478" y="4991652"/>
            <a:ext cx="1866348" cy="186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428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AB9B6DD9-BFC5-DEDA-9254-27081818D3ED}"/>
              </a:ext>
            </a:extLst>
          </p:cNvPr>
          <p:cNvSpPr/>
          <p:nvPr/>
        </p:nvSpPr>
        <p:spPr>
          <a:xfrm>
            <a:off x="550290" y="884465"/>
            <a:ext cx="3291327" cy="1933815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Observation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74452E-1E18-4050-63C7-FA75494B07FA}"/>
              </a:ext>
            </a:extLst>
          </p:cNvPr>
          <p:cNvSpPr/>
          <p:nvPr/>
        </p:nvSpPr>
        <p:spPr>
          <a:xfrm>
            <a:off x="6494608" y="3930063"/>
            <a:ext cx="4239025" cy="204907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Imitation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2C29F4-15C3-53A6-B58A-1E047783CC5D}"/>
              </a:ext>
            </a:extLst>
          </p:cNvPr>
          <p:cNvSpPr/>
          <p:nvPr/>
        </p:nvSpPr>
        <p:spPr>
          <a:xfrm>
            <a:off x="6801970" y="600315"/>
            <a:ext cx="3931663" cy="203626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Examples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474E53-61EE-2F99-2ABF-996B08D5FC0D}"/>
              </a:ext>
            </a:extLst>
          </p:cNvPr>
          <p:cNvSpPr/>
          <p:nvPr/>
        </p:nvSpPr>
        <p:spPr>
          <a:xfrm>
            <a:off x="376996" y="3931663"/>
            <a:ext cx="3963681" cy="204187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Trial + Error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CBEAFD-D3DD-330F-5B17-C95057505181}"/>
              </a:ext>
            </a:extLst>
          </p:cNvPr>
          <p:cNvSpPr/>
          <p:nvPr/>
        </p:nvSpPr>
        <p:spPr>
          <a:xfrm>
            <a:off x="3523449" y="91248"/>
            <a:ext cx="2149928" cy="12022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Showing the process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977B00-C450-7D50-FF9B-2125E1E731B1}"/>
              </a:ext>
            </a:extLst>
          </p:cNvPr>
          <p:cNvSpPr/>
          <p:nvPr/>
        </p:nvSpPr>
        <p:spPr>
          <a:xfrm>
            <a:off x="4098952" y="1524000"/>
            <a:ext cx="2138722" cy="10373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NOT to do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DF34BB-CB3D-88C7-956A-2D88FA7E7240}"/>
              </a:ext>
            </a:extLst>
          </p:cNvPr>
          <p:cNvSpPr/>
          <p:nvPr/>
        </p:nvSpPr>
        <p:spPr>
          <a:xfrm>
            <a:off x="3820406" y="3427398"/>
            <a:ext cx="2260385" cy="10477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Safe space to fail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234932-7E23-FD07-23F7-9EA90CB480DE}"/>
              </a:ext>
            </a:extLst>
          </p:cNvPr>
          <p:cNvSpPr/>
          <p:nvPr/>
        </p:nvSpPr>
        <p:spPr>
          <a:xfrm>
            <a:off x="1475173" y="3000775"/>
            <a:ext cx="1770530" cy="8580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Peer ideas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3BD643-BA22-B30F-F52C-F33C3080348F}"/>
              </a:ext>
            </a:extLst>
          </p:cNvPr>
          <p:cNvSpPr/>
          <p:nvPr/>
        </p:nvSpPr>
        <p:spPr>
          <a:xfrm>
            <a:off x="6710722" y="2663798"/>
            <a:ext cx="2382050" cy="9989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Wow this happens in real life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394608-DE3C-21D9-36F1-92A2E494DA27}"/>
              </a:ext>
            </a:extLst>
          </p:cNvPr>
          <p:cNvSpPr/>
          <p:nvPr/>
        </p:nvSpPr>
        <p:spPr>
          <a:xfrm>
            <a:off x="9607442" y="2386852"/>
            <a:ext cx="2253983" cy="1229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Bad examples help too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11DB11-4D80-FD49-6BC7-7B614A3714A7}"/>
              </a:ext>
            </a:extLst>
          </p:cNvPr>
          <p:cNvSpPr/>
          <p:nvPr/>
        </p:nvSpPr>
        <p:spPr>
          <a:xfrm>
            <a:off x="4892168" y="5430050"/>
            <a:ext cx="2420470" cy="13831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"I can do it too"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3F210C-828F-AFA9-1EB3-62CCA6247796}"/>
              </a:ext>
            </a:extLst>
          </p:cNvPr>
          <p:cNvSpPr/>
          <p:nvPr/>
        </p:nvSpPr>
        <p:spPr>
          <a:xfrm>
            <a:off x="9709897" y="5553314"/>
            <a:ext cx="2484504" cy="13062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"Let me try in my safe space"</a:t>
            </a:r>
          </a:p>
        </p:txBody>
      </p:sp>
    </p:spTree>
    <p:extLst>
      <p:ext uri="{BB962C8B-B14F-4D97-AF65-F5344CB8AC3E}">
        <p14:creationId xmlns:p14="http://schemas.microsoft.com/office/powerpoint/2010/main" val="3107353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497D5FA-43FC-7B8A-2907-9D213015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179"/>
            <a:ext cx="10515600" cy="1325563"/>
          </a:xfrm>
        </p:spPr>
        <p:txBody>
          <a:bodyPr/>
          <a:lstStyle/>
          <a:p>
            <a:pPr algn="ctr"/>
            <a:r>
              <a:rPr lang="el-GR" sz="4800" err="1">
                <a:latin typeface="Aptos Display"/>
                <a:cs typeface="Arial"/>
              </a:rPr>
              <a:t>How</a:t>
            </a:r>
            <a:r>
              <a:rPr lang="el-GR" sz="4800">
                <a:latin typeface="Aptos Display"/>
                <a:cs typeface="Arial"/>
              </a:rPr>
              <a:t> </a:t>
            </a:r>
            <a:r>
              <a:rPr lang="el-GR" sz="4800" err="1">
                <a:latin typeface="Aptos Display"/>
                <a:cs typeface="Arial"/>
              </a:rPr>
              <a:t>does</a:t>
            </a:r>
            <a:r>
              <a:rPr lang="el-GR" sz="4800">
                <a:latin typeface="Aptos Display"/>
                <a:cs typeface="Arial"/>
              </a:rPr>
              <a:t> </a:t>
            </a:r>
            <a:r>
              <a:rPr lang="el-GR" sz="4800" err="1">
                <a:latin typeface="Aptos Display"/>
                <a:cs typeface="Arial"/>
              </a:rPr>
              <a:t>learning</a:t>
            </a:r>
            <a:r>
              <a:rPr lang="el-GR" sz="4800">
                <a:latin typeface="Aptos Display"/>
                <a:cs typeface="Arial"/>
              </a:rPr>
              <a:t> </a:t>
            </a:r>
            <a:r>
              <a:rPr lang="el-GR" sz="4800" err="1">
                <a:latin typeface="Aptos Display"/>
                <a:cs typeface="Arial"/>
              </a:rPr>
              <a:t>transfer</a:t>
            </a:r>
            <a:r>
              <a:rPr lang="el-GR" sz="4800">
                <a:latin typeface="Aptos Display"/>
                <a:cs typeface="Arial"/>
              </a:rPr>
              <a:t> </a:t>
            </a:r>
            <a:r>
              <a:rPr lang="el-GR" sz="4800" err="1">
                <a:latin typeface="Aptos Display"/>
                <a:cs typeface="Arial"/>
              </a:rPr>
              <a:t>occur</a:t>
            </a:r>
            <a:r>
              <a:rPr lang="el-GR" sz="4800">
                <a:latin typeface="Aptos Display"/>
                <a:cs typeface="Arial"/>
              </a:rPr>
              <a:t>?</a:t>
            </a:r>
            <a:endParaRPr lang="el-GR" sz="4800">
              <a:latin typeface="Aptos Display"/>
              <a:ea typeface="Calibri"/>
              <a:cs typeface="Arial"/>
            </a:endParaRPr>
          </a:p>
        </p:txBody>
      </p:sp>
      <p:graphicFrame>
        <p:nvGraphicFramePr>
          <p:cNvPr id="92" name="Θέση περιεχομένου 91">
            <a:extLst>
              <a:ext uri="{FF2B5EF4-FFF2-40B4-BE49-F238E27FC236}">
                <a16:creationId xmlns:a16="http://schemas.microsoft.com/office/drawing/2014/main" id="{84B6DD49-E42C-6CDC-B965-82345D44C3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9736396"/>
              </p:ext>
            </p:extLst>
          </p:nvPr>
        </p:nvGraphicFramePr>
        <p:xfrm>
          <a:off x="838200" y="1726234"/>
          <a:ext cx="10515600" cy="4494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099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 descr="Businessman forming words from alphabet blocks.">
            <a:extLst>
              <a:ext uri="{FF2B5EF4-FFF2-40B4-BE49-F238E27FC236}">
                <a16:creationId xmlns:a16="http://schemas.microsoft.com/office/drawing/2014/main" id="{DC790B39-633A-DB2D-AD93-75479C4EA5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-2" b="8986"/>
          <a:stretch/>
        </p:blipFill>
        <p:spPr>
          <a:xfrm>
            <a:off x="6166827" y="0"/>
            <a:ext cx="6934516" cy="6965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37CACD-7C34-DC80-6439-073A5ED89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1" y="591670"/>
            <a:ext cx="5862918" cy="1398494"/>
          </a:xfrm>
        </p:spPr>
        <p:txBody>
          <a:bodyPr>
            <a:normAutofit/>
          </a:bodyPr>
          <a:lstStyle/>
          <a:p>
            <a:r>
              <a:rPr lang="en-US" sz="2400"/>
              <a:t>Mnemonic Device to Be Used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D4600F3-03CE-4AB1-BEB8-7758993E7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29401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363071" y="1899931"/>
          <a:ext cx="5656736" cy="4272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5B08C94-22DB-5085-5D50-1AFAFD5DA67E}"/>
              </a:ext>
            </a:extLst>
          </p:cNvPr>
          <p:cNvSpPr txBox="1">
            <a:spLocks/>
          </p:cNvSpPr>
          <p:nvPr/>
        </p:nvSpPr>
        <p:spPr>
          <a:xfrm>
            <a:off x="6225989" y="1116106"/>
            <a:ext cx="5455920" cy="6320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/>
              <a:t>Placement and Purpose in the Program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0C71BC3-DE85-9D16-1A02-B6D49966812D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66827" y="1947437"/>
            <a:ext cx="5862918" cy="4023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Introduction of Mnemonics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Mnemonics will be introduced at the beginning of the training to enhance memory retention among participants.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Reinforcement Through Activities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Throughout the program, different activities will reinforce the use of mnemonic devices to deepen understanding.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/>
              <a:t>Take-Home Materials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Take-home materials will include mnemonics to support ongoing learning after the training.</a:t>
            </a:r>
          </a:p>
        </p:txBody>
      </p:sp>
    </p:spTree>
    <p:extLst>
      <p:ext uri="{BB962C8B-B14F-4D97-AF65-F5344CB8AC3E}">
        <p14:creationId xmlns:p14="http://schemas.microsoft.com/office/powerpoint/2010/main" val="2801244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7851-B7F9-1C57-E58B-B8084E89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572768"/>
            <a:ext cx="8162176" cy="1406993"/>
          </a:xfrm>
        </p:spPr>
        <p:txBody>
          <a:bodyPr anchor="b">
            <a:normAutofit/>
          </a:bodyPr>
          <a:lstStyle/>
          <a:p>
            <a:r>
              <a:rPr lang="en-US" sz="6000"/>
              <a:t>Conclusion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B1BE8D3-6D4E-CEC2-2A0C-46204A35C4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40078" y="3593592"/>
          <a:ext cx="10808208" cy="251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115483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Widescreen</PresentationFormat>
  <Paragraphs>92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 Training Program for Interns on Proper Email Etiquette</vt:lpstr>
      <vt:lpstr>Seating Arrangement for In-Person Training</vt:lpstr>
      <vt:lpstr>Expertise Required for Trainers</vt:lpstr>
      <vt:lpstr>Planned Activities for Engagement</vt:lpstr>
      <vt:lpstr>Concept Map Overview</vt:lpstr>
      <vt:lpstr>PowerPoint Presentation</vt:lpstr>
      <vt:lpstr>How does learning transfer occur?</vt:lpstr>
      <vt:lpstr>Mnemonic Device to Be Used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Adjo Tetedje</dc:creator>
  <cp:lastModifiedBy>Adjo Tetedje</cp:lastModifiedBy>
  <cp:revision>1</cp:revision>
  <dcterms:created xsi:type="dcterms:W3CDTF">2025-02-14T17:14:57Z</dcterms:created>
  <dcterms:modified xsi:type="dcterms:W3CDTF">2025-05-02T18:04:55Z</dcterms:modified>
</cp:coreProperties>
</file>