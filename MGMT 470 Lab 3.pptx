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2" r:id="rId6"/>
    <p:sldId id="320" r:id="rId7"/>
    <p:sldId id="257" r:id="rId8"/>
    <p:sldId id="321" r:id="rId9"/>
    <p:sldId id="313" r:id="rId10"/>
    <p:sldId id="322" r:id="rId11"/>
    <p:sldId id="2585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34" y="10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jo Tetedje" userId="c3d7f69be899d650" providerId="LiveId" clId="{51DA6E57-74B9-4F10-84FC-EAF65059BEFB}"/>
    <pc:docChg chg="delSld">
      <pc:chgData name="Adjo Tetedje" userId="c3d7f69be899d650" providerId="LiveId" clId="{51DA6E57-74B9-4F10-84FC-EAF65059BEFB}" dt="2026-01-15T00:05:58.679" v="0" actId="47"/>
      <pc:docMkLst>
        <pc:docMk/>
      </pc:docMkLst>
      <pc:sldChg chg="del">
        <pc:chgData name="Adjo Tetedje" userId="c3d7f69be899d650" providerId="LiveId" clId="{51DA6E57-74B9-4F10-84FC-EAF65059BEFB}" dt="2026-01-15T00:05:58.679" v="0" actId="47"/>
        <pc:sldMkLst>
          <pc:docMk/>
          <pc:sldMk cId="1634421749" sldId="31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28FA62-CB04-445D-A223-E3E5340E1D8C}" type="doc">
      <dgm:prSet loTypeId="urn:microsoft.com/office/officeart/2005/8/layout/hProcess1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E38D55-DAFA-4AFF-92C2-9C2ABFC81D75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Announcements: Communicate the </a:t>
          </a:r>
          <a:r>
            <a:rPr lang="en-US" dirty="0"/>
            <a:t>details of the training to </a:t>
          </a:r>
          <a:r>
            <a:rPr lang="en-US" dirty="0">
              <a:latin typeface="Goudy Old Style"/>
            </a:rPr>
            <a:t>potential</a:t>
          </a:r>
          <a:r>
            <a:rPr lang="en-US" dirty="0"/>
            <a:t> interns via </a:t>
          </a:r>
          <a:r>
            <a:rPr lang="en-US" dirty="0">
              <a:latin typeface="Goudy Old Style"/>
            </a:rPr>
            <a:t>blackboard, email or in class company.</a:t>
          </a:r>
          <a:r>
            <a:rPr lang="en-US" dirty="0"/>
            <a:t> </a:t>
          </a:r>
          <a:r>
            <a:rPr lang="en-US" dirty="0">
              <a:latin typeface="Goudy Old Style"/>
            </a:rPr>
            <a:t>The notice would include</a:t>
          </a:r>
          <a:r>
            <a:rPr lang="en-US" dirty="0"/>
            <a:t> the purpose, benefits, and </a:t>
          </a:r>
          <a:r>
            <a:rPr lang="en-US" dirty="0">
              <a:latin typeface="Goudy Old Style"/>
            </a:rPr>
            <a:t>date of training.</a:t>
          </a:r>
          <a:endParaRPr lang="en-US" dirty="0"/>
        </a:p>
      </dgm:t>
    </dgm:pt>
    <dgm:pt modelId="{202E378C-6E6A-4CB1-9B09-6913EA334428}" type="parTrans" cxnId="{164265B0-3E51-48D5-B348-3749D0B6F0B3}">
      <dgm:prSet/>
      <dgm:spPr/>
      <dgm:t>
        <a:bodyPr/>
        <a:lstStyle/>
        <a:p>
          <a:endParaRPr lang="en-US"/>
        </a:p>
      </dgm:t>
    </dgm:pt>
    <dgm:pt modelId="{56C04AC6-0FA9-4DC4-AABD-B6229DAD4F19}" type="sibTrans" cxnId="{164265B0-3E51-48D5-B348-3749D0B6F0B3}">
      <dgm:prSet/>
      <dgm:spPr/>
      <dgm:t>
        <a:bodyPr/>
        <a:lstStyle/>
        <a:p>
          <a:endParaRPr lang="en-US"/>
        </a:p>
      </dgm:t>
    </dgm:pt>
    <dgm:pt modelId="{0C9B848A-C174-49CE-9C96-0F92E8C4674C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Could also be an online Qualtrics form where interested interns can sign up to attend the workshop. The deadline for enrolment would be 1 week to training day.</a:t>
          </a:r>
          <a:endParaRPr lang="en-US" dirty="0"/>
        </a:p>
      </dgm:t>
    </dgm:pt>
    <dgm:pt modelId="{EF098635-73FB-48F4-83BF-5177CBA198D0}" type="parTrans" cxnId="{72236897-4496-4507-A5D9-8DEA81ABFC97}">
      <dgm:prSet/>
      <dgm:spPr/>
      <dgm:t>
        <a:bodyPr/>
        <a:lstStyle/>
        <a:p>
          <a:endParaRPr lang="en-US"/>
        </a:p>
      </dgm:t>
    </dgm:pt>
    <dgm:pt modelId="{903946CD-BFFF-4B55-8FD9-2C8D494E1FA3}" type="sibTrans" cxnId="{72236897-4496-4507-A5D9-8DEA81ABFC97}">
      <dgm:prSet/>
      <dgm:spPr/>
      <dgm:t>
        <a:bodyPr/>
        <a:lstStyle/>
        <a:p>
          <a:endParaRPr lang="en-US"/>
        </a:p>
      </dgm:t>
    </dgm:pt>
    <dgm:pt modelId="{70E9DB25-636B-4A93-8675-B4787B9BF881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Send acceptance emails to registered interns </a:t>
          </a:r>
          <a:r>
            <a:rPr lang="en-US" dirty="0"/>
            <a:t>along with any necessary </a:t>
          </a:r>
          <a:r>
            <a:rPr lang="en-US" dirty="0">
              <a:latin typeface="Goudy Old Style"/>
            </a:rPr>
            <a:t>pre-training</a:t>
          </a:r>
          <a:r>
            <a:rPr lang="en-US" dirty="0"/>
            <a:t> materials and instructions</a:t>
          </a:r>
        </a:p>
      </dgm:t>
    </dgm:pt>
    <dgm:pt modelId="{CF21DF0B-19A4-4CC2-B013-DAD200EA8F4A}" type="parTrans" cxnId="{D9F49484-F6E6-4BD1-9620-EBD51787942C}">
      <dgm:prSet/>
      <dgm:spPr/>
      <dgm:t>
        <a:bodyPr/>
        <a:lstStyle/>
        <a:p>
          <a:endParaRPr lang="en-US"/>
        </a:p>
      </dgm:t>
    </dgm:pt>
    <dgm:pt modelId="{0F54B1F5-C9C1-426C-A396-F17B06C818CB}" type="sibTrans" cxnId="{D9F49484-F6E6-4BD1-9620-EBD51787942C}">
      <dgm:prSet/>
      <dgm:spPr/>
      <dgm:t>
        <a:bodyPr/>
        <a:lstStyle/>
        <a:p>
          <a:endParaRPr lang="en-US"/>
        </a:p>
      </dgm:t>
    </dgm:pt>
    <dgm:pt modelId="{77049572-D707-449C-86B2-F21D0ABF407B}">
      <dgm:prSet phldr="0"/>
      <dgm:spPr/>
      <dgm:t>
        <a:bodyPr/>
        <a:lstStyle/>
        <a:p>
          <a:pPr algn="l" rtl="0"/>
          <a:r>
            <a:rPr lang="en-US" b="1" dirty="0">
              <a:latin typeface="Goudy Old Style"/>
            </a:rPr>
            <a:t>Confirmation of</a:t>
          </a:r>
          <a:r>
            <a:rPr lang="en-US" b="1" dirty="0"/>
            <a:t> </a:t>
          </a:r>
          <a:r>
            <a:rPr lang="en-US" b="1" dirty="0">
              <a:latin typeface="Goudy Old Style"/>
            </a:rPr>
            <a:t>Participation</a:t>
          </a:r>
          <a:r>
            <a:rPr lang="en-US" b="1" dirty="0"/>
            <a:t>:</a:t>
          </a:r>
          <a:r>
            <a:rPr lang="en-US" dirty="0"/>
            <a:t> Ask interns to confirm their participation by a specified date. This can be done through a simple response to the acceptance email.</a:t>
          </a:r>
          <a:endParaRPr lang="en-US" dirty="0">
            <a:latin typeface="Goudy Old Style"/>
          </a:endParaRPr>
        </a:p>
      </dgm:t>
    </dgm:pt>
    <dgm:pt modelId="{9738D7CA-FD20-415F-948E-2F453EE84BED}" type="parTrans" cxnId="{9664F7C0-6B54-4DF1-87B2-2189C113BF6F}">
      <dgm:prSet/>
      <dgm:spPr/>
    </dgm:pt>
    <dgm:pt modelId="{413077F5-F0EA-428D-976B-BE27822E08FB}" type="sibTrans" cxnId="{9664F7C0-6B54-4DF1-87B2-2189C113BF6F}">
      <dgm:prSet/>
      <dgm:spPr/>
    </dgm:pt>
    <dgm:pt modelId="{8E67453E-D18C-424F-A3AF-9CE46750545C}">
      <dgm:prSet phldr="0"/>
      <dgm:spPr/>
      <dgm:t>
        <a:bodyPr/>
        <a:lstStyle/>
        <a:p>
          <a:pPr algn="l" rtl="0"/>
          <a:r>
            <a:rPr lang="en-US" b="1" dirty="0">
              <a:latin typeface="Goudy Old Style"/>
            </a:rPr>
            <a:t>Pre-course Prep:</a:t>
          </a:r>
          <a:r>
            <a:rPr lang="en-US" dirty="0"/>
            <a:t> Send a welcome packet to enrolled interns, including the</a:t>
          </a:r>
          <a:r>
            <a:rPr lang="en-US" dirty="0">
              <a:latin typeface="Goudy Old Style"/>
            </a:rPr>
            <a:t> training</a:t>
          </a:r>
          <a:r>
            <a:rPr lang="en-US" dirty="0"/>
            <a:t> schedule, materials</a:t>
          </a:r>
          <a:r>
            <a:rPr lang="en-US" dirty="0">
              <a:latin typeface="Goudy Old Style"/>
            </a:rPr>
            <a:t>,</a:t>
          </a:r>
          <a:r>
            <a:rPr lang="en-US" dirty="0"/>
            <a:t> and contact information for any questions.</a:t>
          </a:r>
          <a:r>
            <a:rPr lang="en-US" dirty="0">
              <a:latin typeface="Goudy Old Style"/>
            </a:rPr>
            <a:t> </a:t>
          </a:r>
        </a:p>
      </dgm:t>
    </dgm:pt>
    <dgm:pt modelId="{D0A838AE-15EA-44CC-9155-426306BC96C0}" type="parTrans" cxnId="{0A59FC7F-A95D-4713-AA6F-7460535EBCCE}">
      <dgm:prSet/>
      <dgm:spPr/>
    </dgm:pt>
    <dgm:pt modelId="{783E5EF6-C52A-42B9-AA26-14D8A74B9B17}" type="sibTrans" cxnId="{0A59FC7F-A95D-4713-AA6F-7460535EBCCE}">
      <dgm:prSet/>
      <dgm:spPr/>
    </dgm:pt>
    <dgm:pt modelId="{DB3EF9F1-4D5A-45FC-9E83-7DCA14140140}">
      <dgm:prSet phldr="0"/>
      <dgm:spPr/>
      <dgm:t>
        <a:bodyPr/>
        <a:lstStyle/>
        <a:p>
          <a:pPr algn="l" rtl="0"/>
          <a:r>
            <a:rPr lang="en-US" dirty="0">
              <a:latin typeface="Goudy Old Style"/>
            </a:rPr>
            <a:t>Send regular reminders till training day. Alfina, our Enrolment specialist would be the designated contact person </a:t>
          </a:r>
          <a:endParaRPr lang="en-US" dirty="0"/>
        </a:p>
      </dgm:t>
    </dgm:pt>
    <dgm:pt modelId="{590B7F4A-D77F-49F0-A316-D0FCD922115D}" type="parTrans" cxnId="{0B94106C-88D2-40F1-A9FD-C86E63C33CE8}">
      <dgm:prSet/>
      <dgm:spPr/>
    </dgm:pt>
    <dgm:pt modelId="{B0DA6F0E-BE2F-4A97-87D5-78E1A6D1A116}" type="sibTrans" cxnId="{0B94106C-88D2-40F1-A9FD-C86E63C33CE8}">
      <dgm:prSet/>
      <dgm:spPr/>
    </dgm:pt>
    <dgm:pt modelId="{5F8ED401-4989-4136-8B1B-4D20EDE6A1E8}">
      <dgm:prSet phldr="0"/>
      <dgm:spPr/>
      <dgm:t>
        <a:bodyPr/>
        <a:lstStyle/>
        <a:p>
          <a:r>
            <a:rPr lang="en-US" dirty="0">
              <a:latin typeface="Goudy Old Style"/>
            </a:rPr>
            <a:t>Also include a brief introduction of the program, outline expectations, provide opportunity for interns to send in any questions they would like answered during the training.</a:t>
          </a:r>
          <a:endParaRPr lang="en-US" dirty="0"/>
        </a:p>
      </dgm:t>
    </dgm:pt>
    <dgm:pt modelId="{4675EF30-FE1D-4A26-A017-5A09DC7D9650}" type="parTrans" cxnId="{E39567AF-6FC4-4B94-8F49-8634D42610D3}">
      <dgm:prSet/>
      <dgm:spPr/>
    </dgm:pt>
    <dgm:pt modelId="{FD89A91C-84EE-4AF1-A74A-A29FD8D7EA55}" type="sibTrans" cxnId="{E39567AF-6FC4-4B94-8F49-8634D42610D3}">
      <dgm:prSet/>
      <dgm:spPr/>
    </dgm:pt>
    <dgm:pt modelId="{E4950E7A-5036-491E-ADA9-724B4A6822AE}" type="pres">
      <dgm:prSet presAssocID="{9F28FA62-CB04-445D-A223-E3E5340E1D8C}" presName="Name0" presStyleCnt="0">
        <dgm:presLayoutVars>
          <dgm:dir/>
          <dgm:resizeHandles val="exact"/>
        </dgm:presLayoutVars>
      </dgm:prSet>
      <dgm:spPr/>
    </dgm:pt>
    <dgm:pt modelId="{7DD92033-8342-4809-BDB7-1C6CD1063343}" type="pres">
      <dgm:prSet presAssocID="{9F28FA62-CB04-445D-A223-E3E5340E1D8C}" presName="arrow" presStyleLbl="bgShp" presStyleIdx="0" presStyleCnt="1"/>
      <dgm:spPr/>
    </dgm:pt>
    <dgm:pt modelId="{E5D8AA41-10A6-4611-A323-F268D30091E4}" type="pres">
      <dgm:prSet presAssocID="{9F28FA62-CB04-445D-A223-E3E5340E1D8C}" presName="points" presStyleCnt="0"/>
      <dgm:spPr/>
    </dgm:pt>
    <dgm:pt modelId="{BB9EEFF5-F70E-462B-9996-4032E303139A}" type="pres">
      <dgm:prSet presAssocID="{52E38D55-DAFA-4AFF-92C2-9C2ABFC81D75}" presName="compositeA" presStyleCnt="0"/>
      <dgm:spPr/>
    </dgm:pt>
    <dgm:pt modelId="{07A593B9-28C1-4279-B193-6E7A8ECDAD7E}" type="pres">
      <dgm:prSet presAssocID="{52E38D55-DAFA-4AFF-92C2-9C2ABFC81D75}" presName="textA" presStyleLbl="revTx" presStyleIdx="0" presStyleCnt="6">
        <dgm:presLayoutVars>
          <dgm:bulletEnabled val="1"/>
        </dgm:presLayoutVars>
      </dgm:prSet>
      <dgm:spPr/>
    </dgm:pt>
    <dgm:pt modelId="{E24370B0-64F6-4DAE-AE55-DDB144C74FE1}" type="pres">
      <dgm:prSet presAssocID="{52E38D55-DAFA-4AFF-92C2-9C2ABFC81D75}" presName="circleA" presStyleLbl="node1" presStyleIdx="0" presStyleCnt="6"/>
      <dgm:spPr/>
    </dgm:pt>
    <dgm:pt modelId="{4562F078-A9ED-4648-A7D5-C524346975AF}" type="pres">
      <dgm:prSet presAssocID="{52E38D55-DAFA-4AFF-92C2-9C2ABFC81D75}" presName="spaceA" presStyleCnt="0"/>
      <dgm:spPr/>
    </dgm:pt>
    <dgm:pt modelId="{28E47ECC-1CC3-467B-8ECC-6EFE2D0A13FA}" type="pres">
      <dgm:prSet presAssocID="{56C04AC6-0FA9-4DC4-AABD-B6229DAD4F19}" presName="space" presStyleCnt="0"/>
      <dgm:spPr/>
    </dgm:pt>
    <dgm:pt modelId="{147A7EC3-E85D-40EC-BE7C-9A40C5DF8095}" type="pres">
      <dgm:prSet presAssocID="{0C9B848A-C174-49CE-9C96-0F92E8C4674C}" presName="compositeB" presStyleCnt="0"/>
      <dgm:spPr/>
    </dgm:pt>
    <dgm:pt modelId="{1B6CCF19-D8B0-47F8-9BA3-BE632BBCF1A3}" type="pres">
      <dgm:prSet presAssocID="{0C9B848A-C174-49CE-9C96-0F92E8C4674C}" presName="textB" presStyleLbl="revTx" presStyleIdx="1" presStyleCnt="6">
        <dgm:presLayoutVars>
          <dgm:bulletEnabled val="1"/>
        </dgm:presLayoutVars>
      </dgm:prSet>
      <dgm:spPr/>
    </dgm:pt>
    <dgm:pt modelId="{836FF59E-38DD-4855-9710-240B2A9E401F}" type="pres">
      <dgm:prSet presAssocID="{0C9B848A-C174-49CE-9C96-0F92E8C4674C}" presName="circleB" presStyleLbl="node1" presStyleIdx="1" presStyleCnt="6"/>
      <dgm:spPr/>
    </dgm:pt>
    <dgm:pt modelId="{062440B0-27C9-4EB2-BB39-71980E9B094E}" type="pres">
      <dgm:prSet presAssocID="{0C9B848A-C174-49CE-9C96-0F92E8C4674C}" presName="spaceB" presStyleCnt="0"/>
      <dgm:spPr/>
    </dgm:pt>
    <dgm:pt modelId="{6BFA417C-AD01-4003-B221-AA45F8446301}" type="pres">
      <dgm:prSet presAssocID="{903946CD-BFFF-4B55-8FD9-2C8D494E1FA3}" presName="space" presStyleCnt="0"/>
      <dgm:spPr/>
    </dgm:pt>
    <dgm:pt modelId="{C6E9A725-2102-48E5-A4B8-70B0A63DBF3B}" type="pres">
      <dgm:prSet presAssocID="{70E9DB25-636B-4A93-8675-B4787B9BF881}" presName="compositeA" presStyleCnt="0"/>
      <dgm:spPr/>
    </dgm:pt>
    <dgm:pt modelId="{09CD187C-F68A-4993-90EC-5723AFF4388A}" type="pres">
      <dgm:prSet presAssocID="{70E9DB25-636B-4A93-8675-B4787B9BF881}" presName="textA" presStyleLbl="revTx" presStyleIdx="2" presStyleCnt="6">
        <dgm:presLayoutVars>
          <dgm:bulletEnabled val="1"/>
        </dgm:presLayoutVars>
      </dgm:prSet>
      <dgm:spPr/>
    </dgm:pt>
    <dgm:pt modelId="{7CCC3E77-550A-4BE2-86F3-16C969281DFC}" type="pres">
      <dgm:prSet presAssocID="{70E9DB25-636B-4A93-8675-B4787B9BF881}" presName="circleA" presStyleLbl="node1" presStyleIdx="2" presStyleCnt="6"/>
      <dgm:spPr/>
    </dgm:pt>
    <dgm:pt modelId="{3B046902-80FF-49EE-85D5-25D4A0D5E7BD}" type="pres">
      <dgm:prSet presAssocID="{70E9DB25-636B-4A93-8675-B4787B9BF881}" presName="spaceA" presStyleCnt="0"/>
      <dgm:spPr/>
    </dgm:pt>
    <dgm:pt modelId="{56FD3149-4037-4BB3-801C-7BFB5EF720FD}" type="pres">
      <dgm:prSet presAssocID="{0F54B1F5-C9C1-426C-A396-F17B06C818CB}" presName="space" presStyleCnt="0"/>
      <dgm:spPr/>
    </dgm:pt>
    <dgm:pt modelId="{C28818DF-D3E0-4352-8F4C-D8C072326762}" type="pres">
      <dgm:prSet presAssocID="{77049572-D707-449C-86B2-F21D0ABF407B}" presName="compositeB" presStyleCnt="0"/>
      <dgm:spPr/>
    </dgm:pt>
    <dgm:pt modelId="{00376021-0D13-4397-8A2E-998ABA650174}" type="pres">
      <dgm:prSet presAssocID="{77049572-D707-449C-86B2-F21D0ABF407B}" presName="textB" presStyleLbl="revTx" presStyleIdx="3" presStyleCnt="6">
        <dgm:presLayoutVars>
          <dgm:bulletEnabled val="1"/>
        </dgm:presLayoutVars>
      </dgm:prSet>
      <dgm:spPr/>
    </dgm:pt>
    <dgm:pt modelId="{2D621553-848D-4D4E-A896-B195A9CF0738}" type="pres">
      <dgm:prSet presAssocID="{77049572-D707-449C-86B2-F21D0ABF407B}" presName="circleB" presStyleLbl="node1" presStyleIdx="3" presStyleCnt="6"/>
      <dgm:spPr/>
    </dgm:pt>
    <dgm:pt modelId="{DDC8557E-542D-4A2D-B6EA-49B71F6D3391}" type="pres">
      <dgm:prSet presAssocID="{77049572-D707-449C-86B2-F21D0ABF407B}" presName="spaceB" presStyleCnt="0"/>
      <dgm:spPr/>
    </dgm:pt>
    <dgm:pt modelId="{935DE923-BF05-40BA-AA0A-5AAE5F64B2D2}" type="pres">
      <dgm:prSet presAssocID="{413077F5-F0EA-428D-976B-BE27822E08FB}" presName="space" presStyleCnt="0"/>
      <dgm:spPr/>
    </dgm:pt>
    <dgm:pt modelId="{6D56A39D-7542-477F-8E8C-3705873F5CBA}" type="pres">
      <dgm:prSet presAssocID="{8E67453E-D18C-424F-A3AF-9CE46750545C}" presName="compositeA" presStyleCnt="0"/>
      <dgm:spPr/>
    </dgm:pt>
    <dgm:pt modelId="{18EBD73F-A568-424D-863E-AFB4A9767777}" type="pres">
      <dgm:prSet presAssocID="{8E67453E-D18C-424F-A3AF-9CE46750545C}" presName="textA" presStyleLbl="revTx" presStyleIdx="4" presStyleCnt="6">
        <dgm:presLayoutVars>
          <dgm:bulletEnabled val="1"/>
        </dgm:presLayoutVars>
      </dgm:prSet>
      <dgm:spPr/>
    </dgm:pt>
    <dgm:pt modelId="{C5C5EB17-6B47-48FE-926B-24AC099E5DA1}" type="pres">
      <dgm:prSet presAssocID="{8E67453E-D18C-424F-A3AF-9CE46750545C}" presName="circleA" presStyleLbl="node1" presStyleIdx="4" presStyleCnt="6"/>
      <dgm:spPr/>
    </dgm:pt>
    <dgm:pt modelId="{E2B8CEB3-524B-4A47-9989-151D747C8662}" type="pres">
      <dgm:prSet presAssocID="{8E67453E-D18C-424F-A3AF-9CE46750545C}" presName="spaceA" presStyleCnt="0"/>
      <dgm:spPr/>
    </dgm:pt>
    <dgm:pt modelId="{F8FC6969-E2D1-40CB-B232-00672DD564A1}" type="pres">
      <dgm:prSet presAssocID="{783E5EF6-C52A-42B9-AA26-14D8A74B9B17}" presName="space" presStyleCnt="0"/>
      <dgm:spPr/>
    </dgm:pt>
    <dgm:pt modelId="{44EF3E1A-C0A9-4BF7-BA4A-BA499DA906BB}" type="pres">
      <dgm:prSet presAssocID="{DB3EF9F1-4D5A-45FC-9E83-7DCA14140140}" presName="compositeB" presStyleCnt="0"/>
      <dgm:spPr/>
    </dgm:pt>
    <dgm:pt modelId="{301B092D-E854-4DF9-9C2B-16A817D8A6EE}" type="pres">
      <dgm:prSet presAssocID="{DB3EF9F1-4D5A-45FC-9E83-7DCA14140140}" presName="textB" presStyleLbl="revTx" presStyleIdx="5" presStyleCnt="6">
        <dgm:presLayoutVars>
          <dgm:bulletEnabled val="1"/>
        </dgm:presLayoutVars>
      </dgm:prSet>
      <dgm:spPr/>
    </dgm:pt>
    <dgm:pt modelId="{4F854345-47E4-47FB-8FC8-3ED0E18C9C8A}" type="pres">
      <dgm:prSet presAssocID="{DB3EF9F1-4D5A-45FC-9E83-7DCA14140140}" presName="circleB" presStyleLbl="node1" presStyleIdx="5" presStyleCnt="6"/>
      <dgm:spPr/>
    </dgm:pt>
    <dgm:pt modelId="{637D25CB-1A18-4CEF-A87B-36BC1E0B4835}" type="pres">
      <dgm:prSet presAssocID="{DB3EF9F1-4D5A-45FC-9E83-7DCA14140140}" presName="spaceB" presStyleCnt="0"/>
      <dgm:spPr/>
    </dgm:pt>
  </dgm:ptLst>
  <dgm:cxnLst>
    <dgm:cxn modelId="{C04BA50C-0996-49B7-8BC1-8C0029EC2A8D}" type="presOf" srcId="{8E67453E-D18C-424F-A3AF-9CE46750545C}" destId="{18EBD73F-A568-424D-863E-AFB4A9767777}" srcOrd="0" destOrd="0" presId="urn:microsoft.com/office/officeart/2005/8/layout/hProcess11"/>
    <dgm:cxn modelId="{0754D919-878B-409F-8568-2A81314C64CC}" type="presOf" srcId="{52E38D55-DAFA-4AFF-92C2-9C2ABFC81D75}" destId="{07A593B9-28C1-4279-B193-6E7A8ECDAD7E}" srcOrd="0" destOrd="0" presId="urn:microsoft.com/office/officeart/2005/8/layout/hProcess11"/>
    <dgm:cxn modelId="{41424A45-95F4-41B2-B40F-BCD59AB64CE5}" type="presOf" srcId="{5F8ED401-4989-4136-8B1B-4D20EDE6A1E8}" destId="{18EBD73F-A568-424D-863E-AFB4A9767777}" srcOrd="0" destOrd="1" presId="urn:microsoft.com/office/officeart/2005/8/layout/hProcess11"/>
    <dgm:cxn modelId="{68F57247-F0C8-44D7-A34F-2380309BC52E}" type="presOf" srcId="{DB3EF9F1-4D5A-45FC-9E83-7DCA14140140}" destId="{301B092D-E854-4DF9-9C2B-16A817D8A6EE}" srcOrd="0" destOrd="0" presId="urn:microsoft.com/office/officeart/2005/8/layout/hProcess11"/>
    <dgm:cxn modelId="{3B47E06B-52F3-4F27-BB80-A39AED473912}" type="presOf" srcId="{9F28FA62-CB04-445D-A223-E3E5340E1D8C}" destId="{E4950E7A-5036-491E-ADA9-724B4A6822AE}" srcOrd="0" destOrd="0" presId="urn:microsoft.com/office/officeart/2005/8/layout/hProcess11"/>
    <dgm:cxn modelId="{0B94106C-88D2-40F1-A9FD-C86E63C33CE8}" srcId="{9F28FA62-CB04-445D-A223-E3E5340E1D8C}" destId="{DB3EF9F1-4D5A-45FC-9E83-7DCA14140140}" srcOrd="5" destOrd="0" parTransId="{590B7F4A-D77F-49F0-A316-D0FCD922115D}" sibTransId="{B0DA6F0E-BE2F-4A97-87D5-78E1A6D1A116}"/>
    <dgm:cxn modelId="{554E5E78-BAF0-452F-BDB4-6853427758BA}" type="presOf" srcId="{70E9DB25-636B-4A93-8675-B4787B9BF881}" destId="{09CD187C-F68A-4993-90EC-5723AFF4388A}" srcOrd="0" destOrd="0" presId="urn:microsoft.com/office/officeart/2005/8/layout/hProcess11"/>
    <dgm:cxn modelId="{0A59FC7F-A95D-4713-AA6F-7460535EBCCE}" srcId="{9F28FA62-CB04-445D-A223-E3E5340E1D8C}" destId="{8E67453E-D18C-424F-A3AF-9CE46750545C}" srcOrd="4" destOrd="0" parTransId="{D0A838AE-15EA-44CC-9155-426306BC96C0}" sibTransId="{783E5EF6-C52A-42B9-AA26-14D8A74B9B17}"/>
    <dgm:cxn modelId="{D9F49484-F6E6-4BD1-9620-EBD51787942C}" srcId="{9F28FA62-CB04-445D-A223-E3E5340E1D8C}" destId="{70E9DB25-636B-4A93-8675-B4787B9BF881}" srcOrd="2" destOrd="0" parTransId="{CF21DF0B-19A4-4CC2-B013-DAD200EA8F4A}" sibTransId="{0F54B1F5-C9C1-426C-A396-F17B06C818CB}"/>
    <dgm:cxn modelId="{72236897-4496-4507-A5D9-8DEA81ABFC97}" srcId="{9F28FA62-CB04-445D-A223-E3E5340E1D8C}" destId="{0C9B848A-C174-49CE-9C96-0F92E8C4674C}" srcOrd="1" destOrd="0" parTransId="{EF098635-73FB-48F4-83BF-5177CBA198D0}" sibTransId="{903946CD-BFFF-4B55-8FD9-2C8D494E1FA3}"/>
    <dgm:cxn modelId="{E39567AF-6FC4-4B94-8F49-8634D42610D3}" srcId="{8E67453E-D18C-424F-A3AF-9CE46750545C}" destId="{5F8ED401-4989-4136-8B1B-4D20EDE6A1E8}" srcOrd="0" destOrd="0" parTransId="{4675EF30-FE1D-4A26-A017-5A09DC7D9650}" sibTransId="{FD89A91C-84EE-4AF1-A74A-A29FD8D7EA55}"/>
    <dgm:cxn modelId="{C19CFAAF-468E-48FB-8803-5582B8EF63E7}" type="presOf" srcId="{77049572-D707-449C-86B2-F21D0ABF407B}" destId="{00376021-0D13-4397-8A2E-998ABA650174}" srcOrd="0" destOrd="0" presId="urn:microsoft.com/office/officeart/2005/8/layout/hProcess11"/>
    <dgm:cxn modelId="{164265B0-3E51-48D5-B348-3749D0B6F0B3}" srcId="{9F28FA62-CB04-445D-A223-E3E5340E1D8C}" destId="{52E38D55-DAFA-4AFF-92C2-9C2ABFC81D75}" srcOrd="0" destOrd="0" parTransId="{202E378C-6E6A-4CB1-9B09-6913EA334428}" sibTransId="{56C04AC6-0FA9-4DC4-AABD-B6229DAD4F19}"/>
    <dgm:cxn modelId="{9664F7C0-6B54-4DF1-87B2-2189C113BF6F}" srcId="{9F28FA62-CB04-445D-A223-E3E5340E1D8C}" destId="{77049572-D707-449C-86B2-F21D0ABF407B}" srcOrd="3" destOrd="0" parTransId="{9738D7CA-FD20-415F-948E-2F453EE84BED}" sibTransId="{413077F5-F0EA-428D-976B-BE27822E08FB}"/>
    <dgm:cxn modelId="{E88F1DDE-371C-41A9-80EC-A5629F25A210}" type="presOf" srcId="{0C9B848A-C174-49CE-9C96-0F92E8C4674C}" destId="{1B6CCF19-D8B0-47F8-9BA3-BE632BBCF1A3}" srcOrd="0" destOrd="0" presId="urn:microsoft.com/office/officeart/2005/8/layout/hProcess11"/>
    <dgm:cxn modelId="{7C0D384D-FB05-48E3-9E26-BF41144C583D}" type="presParOf" srcId="{E4950E7A-5036-491E-ADA9-724B4A6822AE}" destId="{7DD92033-8342-4809-BDB7-1C6CD1063343}" srcOrd="0" destOrd="0" presId="urn:microsoft.com/office/officeart/2005/8/layout/hProcess11"/>
    <dgm:cxn modelId="{0E8BC7DC-FF85-4685-925E-320F0B18C276}" type="presParOf" srcId="{E4950E7A-5036-491E-ADA9-724B4A6822AE}" destId="{E5D8AA41-10A6-4611-A323-F268D30091E4}" srcOrd="1" destOrd="0" presId="urn:microsoft.com/office/officeart/2005/8/layout/hProcess11"/>
    <dgm:cxn modelId="{AFD113FD-6EC2-4201-A7AB-18FE24502159}" type="presParOf" srcId="{E5D8AA41-10A6-4611-A323-F268D30091E4}" destId="{BB9EEFF5-F70E-462B-9996-4032E303139A}" srcOrd="0" destOrd="0" presId="urn:microsoft.com/office/officeart/2005/8/layout/hProcess11"/>
    <dgm:cxn modelId="{2DDE163E-1B48-4287-9DB9-E145A7364C2B}" type="presParOf" srcId="{BB9EEFF5-F70E-462B-9996-4032E303139A}" destId="{07A593B9-28C1-4279-B193-6E7A8ECDAD7E}" srcOrd="0" destOrd="0" presId="urn:microsoft.com/office/officeart/2005/8/layout/hProcess11"/>
    <dgm:cxn modelId="{2E28750D-80C2-44D0-9BD6-12A08C7F1E77}" type="presParOf" srcId="{BB9EEFF5-F70E-462B-9996-4032E303139A}" destId="{E24370B0-64F6-4DAE-AE55-DDB144C74FE1}" srcOrd="1" destOrd="0" presId="urn:microsoft.com/office/officeart/2005/8/layout/hProcess11"/>
    <dgm:cxn modelId="{4E9724A0-CF44-4BA3-B449-864418183435}" type="presParOf" srcId="{BB9EEFF5-F70E-462B-9996-4032E303139A}" destId="{4562F078-A9ED-4648-A7D5-C524346975AF}" srcOrd="2" destOrd="0" presId="urn:microsoft.com/office/officeart/2005/8/layout/hProcess11"/>
    <dgm:cxn modelId="{4B757432-AF78-4B3B-B6F7-ECA4D8E0889F}" type="presParOf" srcId="{E5D8AA41-10A6-4611-A323-F268D30091E4}" destId="{28E47ECC-1CC3-467B-8ECC-6EFE2D0A13FA}" srcOrd="1" destOrd="0" presId="urn:microsoft.com/office/officeart/2005/8/layout/hProcess11"/>
    <dgm:cxn modelId="{29A2F840-F487-4B40-847B-41990D275132}" type="presParOf" srcId="{E5D8AA41-10A6-4611-A323-F268D30091E4}" destId="{147A7EC3-E85D-40EC-BE7C-9A40C5DF8095}" srcOrd="2" destOrd="0" presId="urn:microsoft.com/office/officeart/2005/8/layout/hProcess11"/>
    <dgm:cxn modelId="{B3072067-7CAB-49A8-B177-8C8675D6EEEA}" type="presParOf" srcId="{147A7EC3-E85D-40EC-BE7C-9A40C5DF8095}" destId="{1B6CCF19-D8B0-47F8-9BA3-BE632BBCF1A3}" srcOrd="0" destOrd="0" presId="urn:microsoft.com/office/officeart/2005/8/layout/hProcess11"/>
    <dgm:cxn modelId="{77EF71F3-3121-4609-9F43-F44BEB7A539E}" type="presParOf" srcId="{147A7EC3-E85D-40EC-BE7C-9A40C5DF8095}" destId="{836FF59E-38DD-4855-9710-240B2A9E401F}" srcOrd="1" destOrd="0" presId="urn:microsoft.com/office/officeart/2005/8/layout/hProcess11"/>
    <dgm:cxn modelId="{6D5B1CE1-7403-4D8D-881F-BDFE7BB4C8A8}" type="presParOf" srcId="{147A7EC3-E85D-40EC-BE7C-9A40C5DF8095}" destId="{062440B0-27C9-4EB2-BB39-71980E9B094E}" srcOrd="2" destOrd="0" presId="urn:microsoft.com/office/officeart/2005/8/layout/hProcess11"/>
    <dgm:cxn modelId="{3EE29F84-9B78-47F8-93B2-949C784BAD28}" type="presParOf" srcId="{E5D8AA41-10A6-4611-A323-F268D30091E4}" destId="{6BFA417C-AD01-4003-B221-AA45F8446301}" srcOrd="3" destOrd="0" presId="urn:microsoft.com/office/officeart/2005/8/layout/hProcess11"/>
    <dgm:cxn modelId="{A00CBA31-DFCB-47AE-B542-A2E7EF77F650}" type="presParOf" srcId="{E5D8AA41-10A6-4611-A323-F268D30091E4}" destId="{C6E9A725-2102-48E5-A4B8-70B0A63DBF3B}" srcOrd="4" destOrd="0" presId="urn:microsoft.com/office/officeart/2005/8/layout/hProcess11"/>
    <dgm:cxn modelId="{7191EB64-277F-4F82-A973-7ABAFC017692}" type="presParOf" srcId="{C6E9A725-2102-48E5-A4B8-70B0A63DBF3B}" destId="{09CD187C-F68A-4993-90EC-5723AFF4388A}" srcOrd="0" destOrd="0" presId="urn:microsoft.com/office/officeart/2005/8/layout/hProcess11"/>
    <dgm:cxn modelId="{0E982BC7-C237-4C6B-9F82-E4178BBDF1AB}" type="presParOf" srcId="{C6E9A725-2102-48E5-A4B8-70B0A63DBF3B}" destId="{7CCC3E77-550A-4BE2-86F3-16C969281DFC}" srcOrd="1" destOrd="0" presId="urn:microsoft.com/office/officeart/2005/8/layout/hProcess11"/>
    <dgm:cxn modelId="{2C4FA5B1-C937-460A-BCD6-543CA8B2CC35}" type="presParOf" srcId="{C6E9A725-2102-48E5-A4B8-70B0A63DBF3B}" destId="{3B046902-80FF-49EE-85D5-25D4A0D5E7BD}" srcOrd="2" destOrd="0" presId="urn:microsoft.com/office/officeart/2005/8/layout/hProcess11"/>
    <dgm:cxn modelId="{FDEBA0E7-6C0C-4AAD-883B-BFA81B226B47}" type="presParOf" srcId="{E5D8AA41-10A6-4611-A323-F268D30091E4}" destId="{56FD3149-4037-4BB3-801C-7BFB5EF720FD}" srcOrd="5" destOrd="0" presId="urn:microsoft.com/office/officeart/2005/8/layout/hProcess11"/>
    <dgm:cxn modelId="{6E9B877D-77FC-4DA1-A0BA-0242F9089BD2}" type="presParOf" srcId="{E5D8AA41-10A6-4611-A323-F268D30091E4}" destId="{C28818DF-D3E0-4352-8F4C-D8C072326762}" srcOrd="6" destOrd="0" presId="urn:microsoft.com/office/officeart/2005/8/layout/hProcess11"/>
    <dgm:cxn modelId="{3CC5064F-0B67-41DB-9971-5E5535F55F1B}" type="presParOf" srcId="{C28818DF-D3E0-4352-8F4C-D8C072326762}" destId="{00376021-0D13-4397-8A2E-998ABA650174}" srcOrd="0" destOrd="0" presId="urn:microsoft.com/office/officeart/2005/8/layout/hProcess11"/>
    <dgm:cxn modelId="{72D9FA75-DA81-4951-A30F-FA49259CDA64}" type="presParOf" srcId="{C28818DF-D3E0-4352-8F4C-D8C072326762}" destId="{2D621553-848D-4D4E-A896-B195A9CF0738}" srcOrd="1" destOrd="0" presId="urn:microsoft.com/office/officeart/2005/8/layout/hProcess11"/>
    <dgm:cxn modelId="{307595E1-9E7E-495B-913C-A7D53E9E99C6}" type="presParOf" srcId="{C28818DF-D3E0-4352-8F4C-D8C072326762}" destId="{DDC8557E-542D-4A2D-B6EA-49B71F6D3391}" srcOrd="2" destOrd="0" presId="urn:microsoft.com/office/officeart/2005/8/layout/hProcess11"/>
    <dgm:cxn modelId="{A2363597-DB54-4CA2-B14D-1BEFD1D33D7D}" type="presParOf" srcId="{E5D8AA41-10A6-4611-A323-F268D30091E4}" destId="{935DE923-BF05-40BA-AA0A-5AAE5F64B2D2}" srcOrd="7" destOrd="0" presId="urn:microsoft.com/office/officeart/2005/8/layout/hProcess11"/>
    <dgm:cxn modelId="{06A33513-1689-4D39-8155-AC50AC102E0A}" type="presParOf" srcId="{E5D8AA41-10A6-4611-A323-F268D30091E4}" destId="{6D56A39D-7542-477F-8E8C-3705873F5CBA}" srcOrd="8" destOrd="0" presId="urn:microsoft.com/office/officeart/2005/8/layout/hProcess11"/>
    <dgm:cxn modelId="{E51864C9-0F85-4C95-945E-03547DF9BE26}" type="presParOf" srcId="{6D56A39D-7542-477F-8E8C-3705873F5CBA}" destId="{18EBD73F-A568-424D-863E-AFB4A9767777}" srcOrd="0" destOrd="0" presId="urn:microsoft.com/office/officeart/2005/8/layout/hProcess11"/>
    <dgm:cxn modelId="{3EBE69F9-D4E2-400F-8F14-680245758ADA}" type="presParOf" srcId="{6D56A39D-7542-477F-8E8C-3705873F5CBA}" destId="{C5C5EB17-6B47-48FE-926B-24AC099E5DA1}" srcOrd="1" destOrd="0" presId="urn:microsoft.com/office/officeart/2005/8/layout/hProcess11"/>
    <dgm:cxn modelId="{165CE930-26B7-4273-A953-58864B2AEFF3}" type="presParOf" srcId="{6D56A39D-7542-477F-8E8C-3705873F5CBA}" destId="{E2B8CEB3-524B-4A47-9989-151D747C8662}" srcOrd="2" destOrd="0" presId="urn:microsoft.com/office/officeart/2005/8/layout/hProcess11"/>
    <dgm:cxn modelId="{5229D101-0D67-45A3-AEF2-188A2E661502}" type="presParOf" srcId="{E5D8AA41-10A6-4611-A323-F268D30091E4}" destId="{F8FC6969-E2D1-40CB-B232-00672DD564A1}" srcOrd="9" destOrd="0" presId="urn:microsoft.com/office/officeart/2005/8/layout/hProcess11"/>
    <dgm:cxn modelId="{EF1758DA-A2AF-4F21-AD39-2E80550FA773}" type="presParOf" srcId="{E5D8AA41-10A6-4611-A323-F268D30091E4}" destId="{44EF3E1A-C0A9-4BF7-BA4A-BA499DA906BB}" srcOrd="10" destOrd="0" presId="urn:microsoft.com/office/officeart/2005/8/layout/hProcess11"/>
    <dgm:cxn modelId="{D8E14982-D424-4EAC-8F1B-A639C748940B}" type="presParOf" srcId="{44EF3E1A-C0A9-4BF7-BA4A-BA499DA906BB}" destId="{301B092D-E854-4DF9-9C2B-16A817D8A6EE}" srcOrd="0" destOrd="0" presId="urn:microsoft.com/office/officeart/2005/8/layout/hProcess11"/>
    <dgm:cxn modelId="{BE5EC5FD-CF2A-47AB-A3DE-7CE0F3BD29C7}" type="presParOf" srcId="{44EF3E1A-C0A9-4BF7-BA4A-BA499DA906BB}" destId="{4F854345-47E4-47FB-8FC8-3ED0E18C9C8A}" srcOrd="1" destOrd="0" presId="urn:microsoft.com/office/officeart/2005/8/layout/hProcess11"/>
    <dgm:cxn modelId="{80DBE3D4-2DB0-47C1-AA13-59716E9EEC35}" type="presParOf" srcId="{44EF3E1A-C0A9-4BF7-BA4A-BA499DA906BB}" destId="{637D25CB-1A18-4CEF-A87B-36BC1E0B483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9C57E6-1E7E-4510-A08D-6D3110714F9A}" type="doc">
      <dgm:prSet loTypeId="urn:microsoft.com/office/officeart/2017/3/layout/DropPinTimeline" loCatId="timeline" qsTypeId="urn:microsoft.com/office/officeart/2005/8/quickstyle/3d1" qsCatId="3D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5FC23B1-9A89-42EA-8A01-293AB73D29A6}">
      <dgm:prSet/>
      <dgm:spPr/>
      <dgm:t>
        <a:bodyPr/>
        <a:lstStyle/>
        <a:p>
          <a:pPr>
            <a:defRPr b="1"/>
          </a:pPr>
          <a:r>
            <a:rPr lang="en-US" dirty="0"/>
            <a:t>Timely Content Updates</a:t>
          </a:r>
        </a:p>
      </dgm:t>
    </dgm:pt>
    <dgm:pt modelId="{99843251-D6E0-44FD-8A56-7CA38081B821}" type="parTrans" cxnId="{796048FD-0534-47EB-B61A-4A1F601F834D}">
      <dgm:prSet/>
      <dgm:spPr/>
      <dgm:t>
        <a:bodyPr/>
        <a:lstStyle/>
        <a:p>
          <a:endParaRPr lang="en-US"/>
        </a:p>
      </dgm:t>
    </dgm:pt>
    <dgm:pt modelId="{77FA2799-D019-4AAC-A4E5-A5658E56DB91}" type="sibTrans" cxnId="{796048FD-0534-47EB-B61A-4A1F601F834D}">
      <dgm:prSet/>
      <dgm:spPr/>
      <dgm:t>
        <a:bodyPr/>
        <a:lstStyle/>
        <a:p>
          <a:endParaRPr lang="en-US"/>
        </a:p>
      </dgm:t>
    </dgm:pt>
    <dgm:pt modelId="{A07D6E1A-FA11-4C3D-82BD-C5FD07646A6F}">
      <dgm:prSet/>
      <dgm:spPr/>
      <dgm:t>
        <a:bodyPr/>
        <a:lstStyle/>
        <a:p>
          <a:pPr>
            <a:defRPr b="1"/>
          </a:pPr>
          <a:r>
            <a:rPr lang="en-US" dirty="0"/>
            <a:t>Incorporating Feedback</a:t>
          </a:r>
        </a:p>
      </dgm:t>
    </dgm:pt>
    <dgm:pt modelId="{9D543BD4-2435-47DA-9A1D-CD8E3BC86C2E}" type="parTrans" cxnId="{E55E9C9F-2618-46BC-81B8-327AB41F4968}">
      <dgm:prSet/>
      <dgm:spPr/>
      <dgm:t>
        <a:bodyPr/>
        <a:lstStyle/>
        <a:p>
          <a:endParaRPr lang="en-US"/>
        </a:p>
      </dgm:t>
    </dgm:pt>
    <dgm:pt modelId="{3FEB9433-AB11-457D-8C96-BF2D241AD152}" type="sibTrans" cxnId="{E55E9C9F-2618-46BC-81B8-327AB41F4968}">
      <dgm:prSet/>
      <dgm:spPr/>
      <dgm:t>
        <a:bodyPr/>
        <a:lstStyle/>
        <a:p>
          <a:endParaRPr lang="en-US"/>
        </a:p>
      </dgm:t>
    </dgm:pt>
    <dgm:pt modelId="{82CB5695-EEB3-4F7B-9C33-9320BFD3A799}">
      <dgm:prSet/>
      <dgm:spPr/>
      <dgm:t>
        <a:bodyPr/>
        <a:lstStyle/>
        <a:p>
          <a:r>
            <a:rPr lang="en-US" b="0" dirty="0">
              <a:latin typeface="Goudy Old Style"/>
            </a:rPr>
            <a:t>Feedback</a:t>
          </a:r>
          <a:r>
            <a:rPr lang="en-US" b="0" dirty="0"/>
            <a:t> from </a:t>
          </a:r>
          <a:r>
            <a:rPr lang="en-US" b="0" dirty="0">
              <a:latin typeface="Goudy Old Style"/>
            </a:rPr>
            <a:t>trainees would be used to shape</a:t>
          </a:r>
          <a:r>
            <a:rPr lang="en-US" b="0" dirty="0"/>
            <a:t> </a:t>
          </a:r>
          <a:r>
            <a:rPr lang="en-US" b="0" dirty="0">
              <a:latin typeface="Goudy Old Style"/>
            </a:rPr>
            <a:t>our </a:t>
          </a:r>
          <a:r>
            <a:rPr lang="en-US" b="0" dirty="0"/>
            <a:t>content, allowing for adjustments based on </a:t>
          </a:r>
          <a:r>
            <a:rPr lang="en-US" b="0" dirty="0">
              <a:latin typeface="Goudy Old Style"/>
            </a:rPr>
            <a:t>their real-world</a:t>
          </a:r>
          <a:r>
            <a:rPr lang="en-US" b="0" dirty="0"/>
            <a:t> applications and experiences.</a:t>
          </a:r>
        </a:p>
      </dgm:t>
    </dgm:pt>
    <dgm:pt modelId="{023317A1-5B84-4D00-8A33-F468F942E39A}" type="parTrans" cxnId="{9053DE78-E33D-4A88-8375-3D69FA665475}">
      <dgm:prSet/>
      <dgm:spPr/>
      <dgm:t>
        <a:bodyPr/>
        <a:lstStyle/>
        <a:p>
          <a:endParaRPr lang="en-US"/>
        </a:p>
      </dgm:t>
    </dgm:pt>
    <dgm:pt modelId="{59CD34E5-5A33-48AF-82D5-7FD097A06AAD}" type="sibTrans" cxnId="{9053DE78-E33D-4A88-8375-3D69FA66547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20FA4AC-0994-45DD-9989-7B8B124F23B4}">
      <dgm:prSet/>
      <dgm:spPr/>
      <dgm:t>
        <a:bodyPr/>
        <a:lstStyle/>
        <a:p>
          <a:pPr>
            <a:defRPr b="1"/>
          </a:pPr>
          <a:r>
            <a:rPr lang="en-US" dirty="0"/>
            <a:t>Best Practices Adaptation</a:t>
          </a:r>
        </a:p>
      </dgm:t>
    </dgm:pt>
    <dgm:pt modelId="{F2ACCD29-194A-4A99-84FC-59092203F180}" type="parTrans" cxnId="{A47C7C5C-1311-4B45-A430-5BF2F2264FE6}">
      <dgm:prSet/>
      <dgm:spPr/>
      <dgm:t>
        <a:bodyPr/>
        <a:lstStyle/>
        <a:p>
          <a:endParaRPr lang="en-US"/>
        </a:p>
      </dgm:t>
    </dgm:pt>
    <dgm:pt modelId="{E6CD6AA7-984A-498A-930E-C15B62DCD83C}" type="sibTrans" cxnId="{A47C7C5C-1311-4B45-A430-5BF2F2264FE6}">
      <dgm:prSet/>
      <dgm:spPr/>
      <dgm:t>
        <a:bodyPr/>
        <a:lstStyle/>
        <a:p>
          <a:endParaRPr lang="en-US"/>
        </a:p>
      </dgm:t>
    </dgm:pt>
    <dgm:pt modelId="{B8B4F8BB-EBF3-43B6-A4A9-EA9E5D446EBD}">
      <dgm:prSet/>
      <dgm:spPr/>
      <dgm:t>
        <a:bodyPr/>
        <a:lstStyle/>
        <a:p>
          <a:r>
            <a:rPr lang="en-US" dirty="0">
              <a:latin typeface="Goudy Old Style"/>
            </a:rPr>
            <a:t>Team would</a:t>
          </a:r>
          <a:r>
            <a:rPr lang="en-US" dirty="0"/>
            <a:t> </a:t>
          </a:r>
          <a:r>
            <a:rPr lang="en-US" dirty="0">
              <a:latin typeface="Goudy Old Style"/>
            </a:rPr>
            <a:t>do a biweekly review of business journals and articles like HBR. This is to keep us </a:t>
          </a:r>
          <a:r>
            <a:rPr lang="en-US" dirty="0"/>
            <a:t>updated on industry best practices</a:t>
          </a:r>
          <a:r>
            <a:rPr lang="en-US" dirty="0">
              <a:latin typeface="Goudy Old Style"/>
            </a:rPr>
            <a:t> allowing for</a:t>
          </a:r>
          <a:r>
            <a:rPr lang="en-US" dirty="0"/>
            <a:t> content quality and effectiveness continually.</a:t>
          </a:r>
        </a:p>
      </dgm:t>
    </dgm:pt>
    <dgm:pt modelId="{D6FD408A-3B31-4FE6-8B03-B25864D38A30}" type="parTrans" cxnId="{8306D361-AAB2-46A1-AA3E-967BF8B29C46}">
      <dgm:prSet/>
      <dgm:spPr/>
      <dgm:t>
        <a:bodyPr/>
        <a:lstStyle/>
        <a:p>
          <a:endParaRPr lang="en-US"/>
        </a:p>
      </dgm:t>
    </dgm:pt>
    <dgm:pt modelId="{768EF1F9-5353-44C3-A2B9-F2B2CEE78468}" type="sibTrans" cxnId="{8306D361-AAB2-46A1-AA3E-967BF8B29C46}">
      <dgm:prSet/>
      <dgm:spPr/>
      <dgm:t>
        <a:bodyPr/>
        <a:lstStyle/>
        <a:p>
          <a:endParaRPr lang="en-US"/>
        </a:p>
      </dgm:t>
    </dgm:pt>
    <dgm:pt modelId="{66A7D1BD-04E4-4F9B-9E32-F60BD38FB821}">
      <dgm:prSet phldr="0"/>
      <dgm:spPr/>
      <dgm:t>
        <a:bodyPr/>
        <a:lstStyle/>
        <a:p>
          <a:r>
            <a:rPr lang="en-US" b="0" dirty="0">
              <a:latin typeface="Goudy Old Style"/>
            </a:rPr>
            <a:t> Team would</a:t>
          </a:r>
          <a:r>
            <a:rPr lang="en-US" b="0" dirty="0"/>
            <a:t> </a:t>
          </a:r>
          <a:r>
            <a:rPr lang="en-US" b="0" dirty="0">
              <a:latin typeface="Goudy Old Style"/>
            </a:rPr>
            <a:t>ensure that the content</a:t>
          </a:r>
          <a:r>
            <a:rPr lang="en-US" b="0" dirty="0"/>
            <a:t> </a:t>
          </a:r>
          <a:r>
            <a:rPr lang="en-US" b="0" dirty="0">
              <a:latin typeface="Goudy Old Style"/>
            </a:rPr>
            <a:t>of our training </a:t>
          </a:r>
          <a:r>
            <a:rPr lang="en-US" b="0" dirty="0"/>
            <a:t>remains current and relevant by incorporating new trends and insights</a:t>
          </a:r>
          <a:r>
            <a:rPr lang="en-US" dirty="0">
              <a:latin typeface="Goudy Old Style"/>
            </a:rPr>
            <a:t> from the UIC career services</a:t>
          </a:r>
          <a:endParaRPr lang="en-US" dirty="0"/>
        </a:p>
      </dgm:t>
    </dgm:pt>
    <dgm:pt modelId="{0B2BAB8B-B164-4D0C-AECE-23653032000B}" type="parTrans" cxnId="{22640E09-BC81-4272-A88E-E095926475E5}">
      <dgm:prSet/>
      <dgm:spPr/>
    </dgm:pt>
    <dgm:pt modelId="{59CDB3AF-91CD-4C63-BE08-C3B246899ADA}" type="sibTrans" cxnId="{22640E09-BC81-4272-A88E-E095926475E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8EF85DA-54CE-4267-A563-71292AC212A7}" type="pres">
      <dgm:prSet presAssocID="{399C57E6-1E7E-4510-A08D-6D3110714F9A}" presName="root" presStyleCnt="0">
        <dgm:presLayoutVars>
          <dgm:chMax/>
          <dgm:chPref/>
          <dgm:animLvl val="lvl"/>
        </dgm:presLayoutVars>
      </dgm:prSet>
      <dgm:spPr/>
    </dgm:pt>
    <dgm:pt modelId="{78EE188E-856E-458D-9610-C9D019272734}" type="pres">
      <dgm:prSet presAssocID="{399C57E6-1E7E-4510-A08D-6D3110714F9A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EDCFA295-CDB1-4AA2-9A0A-F23213D0CDCD}" type="pres">
      <dgm:prSet presAssocID="{399C57E6-1E7E-4510-A08D-6D3110714F9A}" presName="nodes" presStyleCnt="0">
        <dgm:presLayoutVars>
          <dgm:chMax/>
          <dgm:chPref/>
          <dgm:animLvl val="lvl"/>
        </dgm:presLayoutVars>
      </dgm:prSet>
      <dgm:spPr/>
    </dgm:pt>
    <dgm:pt modelId="{77122865-4CF1-4FC5-AFC4-554350D70500}" type="pres">
      <dgm:prSet presAssocID="{F5FC23B1-9A89-42EA-8A01-293AB73D29A6}" presName="composite" presStyleCnt="0"/>
      <dgm:spPr/>
    </dgm:pt>
    <dgm:pt modelId="{CB26F1A7-C4F0-4D98-BAC7-38B41BD46B23}" type="pres">
      <dgm:prSet presAssocID="{F5FC23B1-9A89-42EA-8A01-293AB73D29A6}" presName="ConnectorPoint" presStyleLbl="lnNode1" presStyleIdx="0" presStyleCnt="3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</dgm:spPr>
    </dgm:pt>
    <dgm:pt modelId="{F6D743F8-0CB0-4BFC-B4FD-2E4C7589ECF2}" type="pres">
      <dgm:prSet presAssocID="{F5FC23B1-9A89-42EA-8A01-293AB73D29A6}" presName="DropPinPlaceHolder" presStyleCnt="0"/>
      <dgm:spPr/>
    </dgm:pt>
    <dgm:pt modelId="{FDFEEE27-5913-48C4-B55D-4DAE927DB354}" type="pres">
      <dgm:prSet presAssocID="{F5FC23B1-9A89-42EA-8A01-293AB73D29A6}" presName="DropPin" presStyleLbl="alignNode1" presStyleIdx="0" presStyleCnt="3"/>
      <dgm:spPr/>
    </dgm:pt>
    <dgm:pt modelId="{C499A3CD-1A5F-4BB1-B71F-670900E04001}" type="pres">
      <dgm:prSet presAssocID="{F5FC23B1-9A89-42EA-8A01-293AB73D29A6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DC48F830-7A54-45B9-8395-F352A0326B2F}" type="pres">
      <dgm:prSet presAssocID="{F5FC23B1-9A89-42EA-8A01-293AB73D29A6}" presName="L2TextContainer" presStyleLbl="revTx" presStyleIdx="0" presStyleCnt="6">
        <dgm:presLayoutVars>
          <dgm:bulletEnabled val="1"/>
        </dgm:presLayoutVars>
      </dgm:prSet>
      <dgm:spPr/>
    </dgm:pt>
    <dgm:pt modelId="{C040335F-2E24-4A83-9372-26D8743A543B}" type="pres">
      <dgm:prSet presAssocID="{F5FC23B1-9A89-42EA-8A01-293AB73D29A6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4158FC30-2308-4A22-97E0-A88095D078EA}" type="pres">
      <dgm:prSet presAssocID="{F5FC23B1-9A89-42EA-8A01-293AB73D29A6}" presName="ConnectLine" presStyleLbl="sibTrans1D1" presStyleIdx="0" presStyleCnt="3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DE520A01-0860-4ED1-98C9-673ADA639585}" type="pres">
      <dgm:prSet presAssocID="{F5FC23B1-9A89-42EA-8A01-293AB73D29A6}" presName="EmptyPlaceHolder" presStyleCnt="0"/>
      <dgm:spPr/>
    </dgm:pt>
    <dgm:pt modelId="{742B1554-6D4F-4187-B544-733E6F6D9839}" type="pres">
      <dgm:prSet presAssocID="{77FA2799-D019-4AAC-A4E5-A5658E56DB91}" presName="spaceBetweenRectangles" presStyleCnt="0"/>
      <dgm:spPr/>
    </dgm:pt>
    <dgm:pt modelId="{6F321D57-5838-4B7E-9347-BF7A8972611A}" type="pres">
      <dgm:prSet presAssocID="{A07D6E1A-FA11-4C3D-82BD-C5FD07646A6F}" presName="composite" presStyleCnt="0"/>
      <dgm:spPr/>
    </dgm:pt>
    <dgm:pt modelId="{C53D9030-185D-48E5-87CA-745626D07262}" type="pres">
      <dgm:prSet presAssocID="{A07D6E1A-FA11-4C3D-82BD-C5FD07646A6F}" presName="ConnectorPoint" presStyleLbl="lnNode1" presStyleIdx="1" presStyleCnt="3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</dgm:spPr>
    </dgm:pt>
    <dgm:pt modelId="{67060371-737A-488A-9941-F9670F48D494}" type="pres">
      <dgm:prSet presAssocID="{A07D6E1A-FA11-4C3D-82BD-C5FD07646A6F}" presName="DropPinPlaceHolder" presStyleCnt="0"/>
      <dgm:spPr/>
    </dgm:pt>
    <dgm:pt modelId="{71D46F82-77BA-42BF-8669-9D2D2A70C516}" type="pres">
      <dgm:prSet presAssocID="{A07D6E1A-FA11-4C3D-82BD-C5FD07646A6F}" presName="DropPin" presStyleLbl="alignNode1" presStyleIdx="1" presStyleCnt="3"/>
      <dgm:spPr/>
    </dgm:pt>
    <dgm:pt modelId="{9E5F3897-16D7-4CE5-A76A-14BD89224DB1}" type="pres">
      <dgm:prSet presAssocID="{A07D6E1A-FA11-4C3D-82BD-C5FD07646A6F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F7F8DFC9-1F4D-4E2D-86D4-9BBCC2056257}" type="pres">
      <dgm:prSet presAssocID="{A07D6E1A-FA11-4C3D-82BD-C5FD07646A6F}" presName="L2TextContainer" presStyleLbl="revTx" presStyleIdx="2" presStyleCnt="6">
        <dgm:presLayoutVars>
          <dgm:bulletEnabled val="1"/>
        </dgm:presLayoutVars>
      </dgm:prSet>
      <dgm:spPr/>
    </dgm:pt>
    <dgm:pt modelId="{5E8B683E-7FC8-4E0E-9DC9-4A37A06B5065}" type="pres">
      <dgm:prSet presAssocID="{A07D6E1A-FA11-4C3D-82BD-C5FD07646A6F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33282163-E03D-45DC-BDA2-71196E5DA3C6}" type="pres">
      <dgm:prSet presAssocID="{A07D6E1A-FA11-4C3D-82BD-C5FD07646A6F}" presName="ConnectLine" presStyleLbl="sibTrans1D1" presStyleIdx="1" presStyleCnt="3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F42AE6B-7570-456F-B67A-6A3D8E297CA7}" type="pres">
      <dgm:prSet presAssocID="{A07D6E1A-FA11-4C3D-82BD-C5FD07646A6F}" presName="EmptyPlaceHolder" presStyleCnt="0"/>
      <dgm:spPr/>
    </dgm:pt>
    <dgm:pt modelId="{C121D63F-58DD-48F2-9779-0585D323963B}" type="pres">
      <dgm:prSet presAssocID="{3FEB9433-AB11-457D-8C96-BF2D241AD152}" presName="spaceBetweenRectangles" presStyleCnt="0"/>
      <dgm:spPr/>
    </dgm:pt>
    <dgm:pt modelId="{A8ADAD0E-3BD2-43B1-9339-7E541ABC3749}" type="pres">
      <dgm:prSet presAssocID="{720FA4AC-0994-45DD-9989-7B8B124F23B4}" presName="composite" presStyleCnt="0"/>
      <dgm:spPr/>
    </dgm:pt>
    <dgm:pt modelId="{4BDE418B-6B7D-4DDE-884A-8B24E35CFA2E}" type="pres">
      <dgm:prSet presAssocID="{720FA4AC-0994-45DD-9989-7B8B124F23B4}" presName="ConnectorPoint" presStyleLbl="lnNode1" presStyleIdx="2" presStyleCnt="3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</dgm:spPr>
    </dgm:pt>
    <dgm:pt modelId="{C3457D69-3A95-442D-9FA6-6454D4B18401}" type="pres">
      <dgm:prSet presAssocID="{720FA4AC-0994-45DD-9989-7B8B124F23B4}" presName="DropPinPlaceHolder" presStyleCnt="0"/>
      <dgm:spPr/>
    </dgm:pt>
    <dgm:pt modelId="{7BDC531A-19ED-4083-B573-60659C6D6F05}" type="pres">
      <dgm:prSet presAssocID="{720FA4AC-0994-45DD-9989-7B8B124F23B4}" presName="DropPin" presStyleLbl="alignNode1" presStyleIdx="2" presStyleCnt="3"/>
      <dgm:spPr/>
    </dgm:pt>
    <dgm:pt modelId="{63E207E9-55E2-4C67-8EB1-E4C43E45111B}" type="pres">
      <dgm:prSet presAssocID="{720FA4AC-0994-45DD-9989-7B8B124F23B4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C743E08D-9FCD-4A92-93C3-8A39B2DDC06C}" type="pres">
      <dgm:prSet presAssocID="{720FA4AC-0994-45DD-9989-7B8B124F23B4}" presName="L2TextContainer" presStyleLbl="revTx" presStyleIdx="4" presStyleCnt="6">
        <dgm:presLayoutVars>
          <dgm:bulletEnabled val="1"/>
        </dgm:presLayoutVars>
      </dgm:prSet>
      <dgm:spPr/>
    </dgm:pt>
    <dgm:pt modelId="{D6CAC813-F52D-4374-9B52-6376001AF041}" type="pres">
      <dgm:prSet presAssocID="{720FA4AC-0994-45DD-9989-7B8B124F23B4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4F8637CF-D108-425D-A750-848620E1F293}" type="pres">
      <dgm:prSet presAssocID="{720FA4AC-0994-45DD-9989-7B8B124F23B4}" presName="ConnectLine" presStyleLbl="sibTrans1D1" presStyleIdx="2" presStyleCnt="3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34F7DDC-4504-4909-B753-4DB6E1740B81}" type="pres">
      <dgm:prSet presAssocID="{720FA4AC-0994-45DD-9989-7B8B124F23B4}" presName="EmptyPlaceHolder" presStyleCnt="0"/>
      <dgm:spPr/>
    </dgm:pt>
  </dgm:ptLst>
  <dgm:cxnLst>
    <dgm:cxn modelId="{22640E09-BC81-4272-A88E-E095926475E5}" srcId="{F5FC23B1-9A89-42EA-8A01-293AB73D29A6}" destId="{66A7D1BD-04E4-4F9B-9E32-F60BD38FB821}" srcOrd="0" destOrd="0" parTransId="{0B2BAB8B-B164-4D0C-AECE-23653032000B}" sibTransId="{59CDB3AF-91CD-4C63-BE08-C3B246899ADA}"/>
    <dgm:cxn modelId="{BB77FB1C-0DB1-4CBC-9D91-A2DA0B95FE61}" type="presOf" srcId="{F5FC23B1-9A89-42EA-8A01-293AB73D29A6}" destId="{C040335F-2E24-4A83-9372-26D8743A543B}" srcOrd="0" destOrd="0" presId="urn:microsoft.com/office/officeart/2017/3/layout/DropPinTimeline"/>
    <dgm:cxn modelId="{91ED9734-ABCD-4920-B3A1-09E56CBC365B}" type="presOf" srcId="{399C57E6-1E7E-4510-A08D-6D3110714F9A}" destId="{58EF85DA-54CE-4267-A563-71292AC212A7}" srcOrd="0" destOrd="0" presId="urn:microsoft.com/office/officeart/2017/3/layout/DropPinTimeline"/>
    <dgm:cxn modelId="{A47C7C5C-1311-4B45-A430-5BF2F2264FE6}" srcId="{399C57E6-1E7E-4510-A08D-6D3110714F9A}" destId="{720FA4AC-0994-45DD-9989-7B8B124F23B4}" srcOrd="2" destOrd="0" parTransId="{F2ACCD29-194A-4A99-84FC-59092203F180}" sibTransId="{E6CD6AA7-984A-498A-930E-C15B62DCD83C}"/>
    <dgm:cxn modelId="{8306D361-AAB2-46A1-AA3E-967BF8B29C46}" srcId="{720FA4AC-0994-45DD-9989-7B8B124F23B4}" destId="{B8B4F8BB-EBF3-43B6-A4A9-EA9E5D446EBD}" srcOrd="0" destOrd="0" parTransId="{D6FD408A-3B31-4FE6-8B03-B25864D38A30}" sibTransId="{768EF1F9-5353-44C3-A2B9-F2B2CEE78468}"/>
    <dgm:cxn modelId="{9053DE78-E33D-4A88-8375-3D69FA665475}" srcId="{A07D6E1A-FA11-4C3D-82BD-C5FD07646A6F}" destId="{82CB5695-EEB3-4F7B-9C33-9320BFD3A799}" srcOrd="0" destOrd="0" parTransId="{023317A1-5B84-4D00-8A33-F468F942E39A}" sibTransId="{59CD34E5-5A33-48AF-82D5-7FD097A06AAD}"/>
    <dgm:cxn modelId="{1D29E68B-CD94-4466-B282-8635C258052F}" type="presOf" srcId="{66A7D1BD-04E4-4F9B-9E32-F60BD38FB821}" destId="{DC48F830-7A54-45B9-8395-F352A0326B2F}" srcOrd="0" destOrd="0" presId="urn:microsoft.com/office/officeart/2017/3/layout/DropPinTimeline"/>
    <dgm:cxn modelId="{3C0BE092-CCF0-4FE9-A843-F1002DD31B78}" type="presOf" srcId="{A07D6E1A-FA11-4C3D-82BD-C5FD07646A6F}" destId="{5E8B683E-7FC8-4E0E-9DC9-4A37A06B5065}" srcOrd="0" destOrd="0" presId="urn:microsoft.com/office/officeart/2017/3/layout/DropPinTimeline"/>
    <dgm:cxn modelId="{EF97969F-280A-4F30-8BC2-798C5ACF48F9}" type="presOf" srcId="{720FA4AC-0994-45DD-9989-7B8B124F23B4}" destId="{D6CAC813-F52D-4374-9B52-6376001AF041}" srcOrd="0" destOrd="0" presId="urn:microsoft.com/office/officeart/2017/3/layout/DropPinTimeline"/>
    <dgm:cxn modelId="{E55E9C9F-2618-46BC-81B8-327AB41F4968}" srcId="{399C57E6-1E7E-4510-A08D-6D3110714F9A}" destId="{A07D6E1A-FA11-4C3D-82BD-C5FD07646A6F}" srcOrd="1" destOrd="0" parTransId="{9D543BD4-2435-47DA-9A1D-CD8E3BC86C2E}" sibTransId="{3FEB9433-AB11-457D-8C96-BF2D241AD152}"/>
    <dgm:cxn modelId="{0DF446B7-33D1-45EA-9FD8-B0C915BAC3A0}" type="presOf" srcId="{B8B4F8BB-EBF3-43B6-A4A9-EA9E5D446EBD}" destId="{C743E08D-9FCD-4A92-93C3-8A39B2DDC06C}" srcOrd="0" destOrd="0" presId="urn:microsoft.com/office/officeart/2017/3/layout/DropPinTimeline"/>
    <dgm:cxn modelId="{DFFB8FEC-A1A0-46C3-9AC7-5793B5D25895}" type="presOf" srcId="{82CB5695-EEB3-4F7B-9C33-9320BFD3A799}" destId="{F7F8DFC9-1F4D-4E2D-86D4-9BBCC2056257}" srcOrd="0" destOrd="0" presId="urn:microsoft.com/office/officeart/2017/3/layout/DropPinTimeline"/>
    <dgm:cxn modelId="{796048FD-0534-47EB-B61A-4A1F601F834D}" srcId="{399C57E6-1E7E-4510-A08D-6D3110714F9A}" destId="{F5FC23B1-9A89-42EA-8A01-293AB73D29A6}" srcOrd="0" destOrd="0" parTransId="{99843251-D6E0-44FD-8A56-7CA38081B821}" sibTransId="{77FA2799-D019-4AAC-A4E5-A5658E56DB91}"/>
    <dgm:cxn modelId="{2CAC88A5-0FF9-4618-9A68-3B9C85923BD8}" type="presParOf" srcId="{58EF85DA-54CE-4267-A563-71292AC212A7}" destId="{78EE188E-856E-458D-9610-C9D019272734}" srcOrd="0" destOrd="0" presId="urn:microsoft.com/office/officeart/2017/3/layout/DropPinTimeline"/>
    <dgm:cxn modelId="{B98988E0-6F72-428C-9BC6-3993CFD5A50D}" type="presParOf" srcId="{58EF85DA-54CE-4267-A563-71292AC212A7}" destId="{EDCFA295-CDB1-4AA2-9A0A-F23213D0CDCD}" srcOrd="1" destOrd="0" presId="urn:microsoft.com/office/officeart/2017/3/layout/DropPinTimeline"/>
    <dgm:cxn modelId="{35BC846D-105D-442A-80AC-D7002FED3D6C}" type="presParOf" srcId="{EDCFA295-CDB1-4AA2-9A0A-F23213D0CDCD}" destId="{77122865-4CF1-4FC5-AFC4-554350D70500}" srcOrd="0" destOrd="0" presId="urn:microsoft.com/office/officeart/2017/3/layout/DropPinTimeline"/>
    <dgm:cxn modelId="{30DBE385-F7FA-4D84-94B4-1BCC1AA03CB9}" type="presParOf" srcId="{77122865-4CF1-4FC5-AFC4-554350D70500}" destId="{CB26F1A7-C4F0-4D98-BAC7-38B41BD46B23}" srcOrd="0" destOrd="0" presId="urn:microsoft.com/office/officeart/2017/3/layout/DropPinTimeline"/>
    <dgm:cxn modelId="{85AAAA87-C10C-429A-87DD-E6BDB040505C}" type="presParOf" srcId="{77122865-4CF1-4FC5-AFC4-554350D70500}" destId="{F6D743F8-0CB0-4BFC-B4FD-2E4C7589ECF2}" srcOrd="1" destOrd="0" presId="urn:microsoft.com/office/officeart/2017/3/layout/DropPinTimeline"/>
    <dgm:cxn modelId="{FD0BBD1A-9CF8-4C9E-B951-59DF4538004C}" type="presParOf" srcId="{F6D743F8-0CB0-4BFC-B4FD-2E4C7589ECF2}" destId="{FDFEEE27-5913-48C4-B55D-4DAE927DB354}" srcOrd="0" destOrd="0" presId="urn:microsoft.com/office/officeart/2017/3/layout/DropPinTimeline"/>
    <dgm:cxn modelId="{114C033B-E3A2-48D1-B348-D5E8D7C3D0DD}" type="presParOf" srcId="{F6D743F8-0CB0-4BFC-B4FD-2E4C7589ECF2}" destId="{C499A3CD-1A5F-4BB1-B71F-670900E04001}" srcOrd="1" destOrd="0" presId="urn:microsoft.com/office/officeart/2017/3/layout/DropPinTimeline"/>
    <dgm:cxn modelId="{0ECC1737-642C-4910-9026-DC29A9110FC2}" type="presParOf" srcId="{77122865-4CF1-4FC5-AFC4-554350D70500}" destId="{DC48F830-7A54-45B9-8395-F352A0326B2F}" srcOrd="2" destOrd="0" presId="urn:microsoft.com/office/officeart/2017/3/layout/DropPinTimeline"/>
    <dgm:cxn modelId="{1385B5A7-51EF-42B0-9ABF-7D534F9727AA}" type="presParOf" srcId="{77122865-4CF1-4FC5-AFC4-554350D70500}" destId="{C040335F-2E24-4A83-9372-26D8743A543B}" srcOrd="3" destOrd="0" presId="urn:microsoft.com/office/officeart/2017/3/layout/DropPinTimeline"/>
    <dgm:cxn modelId="{1E512EDD-3C9E-4190-9486-A3E34C130DE8}" type="presParOf" srcId="{77122865-4CF1-4FC5-AFC4-554350D70500}" destId="{4158FC30-2308-4A22-97E0-A88095D078EA}" srcOrd="4" destOrd="0" presId="urn:microsoft.com/office/officeart/2017/3/layout/DropPinTimeline"/>
    <dgm:cxn modelId="{C801D6F4-D4BD-4ED9-8E27-B879DC04A4E8}" type="presParOf" srcId="{77122865-4CF1-4FC5-AFC4-554350D70500}" destId="{DE520A01-0860-4ED1-98C9-673ADA639585}" srcOrd="5" destOrd="0" presId="urn:microsoft.com/office/officeart/2017/3/layout/DropPinTimeline"/>
    <dgm:cxn modelId="{B3DC0770-08FF-43AF-9485-D5C780FE2E5F}" type="presParOf" srcId="{EDCFA295-CDB1-4AA2-9A0A-F23213D0CDCD}" destId="{742B1554-6D4F-4187-B544-733E6F6D9839}" srcOrd="1" destOrd="0" presId="urn:microsoft.com/office/officeart/2017/3/layout/DropPinTimeline"/>
    <dgm:cxn modelId="{BC1432C6-5699-4D0E-8B4B-126F13E1C6CD}" type="presParOf" srcId="{EDCFA295-CDB1-4AA2-9A0A-F23213D0CDCD}" destId="{6F321D57-5838-4B7E-9347-BF7A8972611A}" srcOrd="2" destOrd="0" presId="urn:microsoft.com/office/officeart/2017/3/layout/DropPinTimeline"/>
    <dgm:cxn modelId="{15BCA232-FC8A-48F3-B4EA-1EFF924348D3}" type="presParOf" srcId="{6F321D57-5838-4B7E-9347-BF7A8972611A}" destId="{C53D9030-185D-48E5-87CA-745626D07262}" srcOrd="0" destOrd="0" presId="urn:microsoft.com/office/officeart/2017/3/layout/DropPinTimeline"/>
    <dgm:cxn modelId="{9D388C68-C27E-4A9F-8F5E-E59C30CCFBD7}" type="presParOf" srcId="{6F321D57-5838-4B7E-9347-BF7A8972611A}" destId="{67060371-737A-488A-9941-F9670F48D494}" srcOrd="1" destOrd="0" presId="urn:microsoft.com/office/officeart/2017/3/layout/DropPinTimeline"/>
    <dgm:cxn modelId="{8EA2F2C9-CBB8-4ED4-B042-1B060A05D1B0}" type="presParOf" srcId="{67060371-737A-488A-9941-F9670F48D494}" destId="{71D46F82-77BA-42BF-8669-9D2D2A70C516}" srcOrd="0" destOrd="0" presId="urn:microsoft.com/office/officeart/2017/3/layout/DropPinTimeline"/>
    <dgm:cxn modelId="{7E93624F-7535-4520-9B1E-FB391C166D6D}" type="presParOf" srcId="{67060371-737A-488A-9941-F9670F48D494}" destId="{9E5F3897-16D7-4CE5-A76A-14BD89224DB1}" srcOrd="1" destOrd="0" presId="urn:microsoft.com/office/officeart/2017/3/layout/DropPinTimeline"/>
    <dgm:cxn modelId="{3D0F82E2-0947-4749-B47D-06ED181754DA}" type="presParOf" srcId="{6F321D57-5838-4B7E-9347-BF7A8972611A}" destId="{F7F8DFC9-1F4D-4E2D-86D4-9BBCC2056257}" srcOrd="2" destOrd="0" presId="urn:microsoft.com/office/officeart/2017/3/layout/DropPinTimeline"/>
    <dgm:cxn modelId="{8CF38332-D91A-497C-8E1F-4109BD3FC7DC}" type="presParOf" srcId="{6F321D57-5838-4B7E-9347-BF7A8972611A}" destId="{5E8B683E-7FC8-4E0E-9DC9-4A37A06B5065}" srcOrd="3" destOrd="0" presId="urn:microsoft.com/office/officeart/2017/3/layout/DropPinTimeline"/>
    <dgm:cxn modelId="{22549A7F-C116-4414-B3E5-7CCA768327FB}" type="presParOf" srcId="{6F321D57-5838-4B7E-9347-BF7A8972611A}" destId="{33282163-E03D-45DC-BDA2-71196E5DA3C6}" srcOrd="4" destOrd="0" presId="urn:microsoft.com/office/officeart/2017/3/layout/DropPinTimeline"/>
    <dgm:cxn modelId="{1912C33F-C6BE-40F4-A5D5-AF778BD94DD0}" type="presParOf" srcId="{6F321D57-5838-4B7E-9347-BF7A8972611A}" destId="{2F42AE6B-7570-456F-B67A-6A3D8E297CA7}" srcOrd="5" destOrd="0" presId="urn:microsoft.com/office/officeart/2017/3/layout/DropPinTimeline"/>
    <dgm:cxn modelId="{EF444A55-1420-4E23-A156-D6730EFEDCEC}" type="presParOf" srcId="{EDCFA295-CDB1-4AA2-9A0A-F23213D0CDCD}" destId="{C121D63F-58DD-48F2-9779-0585D323963B}" srcOrd="3" destOrd="0" presId="urn:microsoft.com/office/officeart/2017/3/layout/DropPinTimeline"/>
    <dgm:cxn modelId="{C71601C7-2B50-41BB-A2F8-F2D82F4D51A8}" type="presParOf" srcId="{EDCFA295-CDB1-4AA2-9A0A-F23213D0CDCD}" destId="{A8ADAD0E-3BD2-43B1-9339-7E541ABC3749}" srcOrd="4" destOrd="0" presId="urn:microsoft.com/office/officeart/2017/3/layout/DropPinTimeline"/>
    <dgm:cxn modelId="{F595E264-5365-4FD2-A653-BC73962DBE8A}" type="presParOf" srcId="{A8ADAD0E-3BD2-43B1-9339-7E541ABC3749}" destId="{4BDE418B-6B7D-4DDE-884A-8B24E35CFA2E}" srcOrd="0" destOrd="0" presId="urn:microsoft.com/office/officeart/2017/3/layout/DropPinTimeline"/>
    <dgm:cxn modelId="{6789FECE-1963-482E-8A9B-D06B9762A3B3}" type="presParOf" srcId="{A8ADAD0E-3BD2-43B1-9339-7E541ABC3749}" destId="{C3457D69-3A95-442D-9FA6-6454D4B18401}" srcOrd="1" destOrd="0" presId="urn:microsoft.com/office/officeart/2017/3/layout/DropPinTimeline"/>
    <dgm:cxn modelId="{FEE5FC3C-6118-4620-8CF3-C2D90CEFEF5F}" type="presParOf" srcId="{C3457D69-3A95-442D-9FA6-6454D4B18401}" destId="{7BDC531A-19ED-4083-B573-60659C6D6F05}" srcOrd="0" destOrd="0" presId="urn:microsoft.com/office/officeart/2017/3/layout/DropPinTimeline"/>
    <dgm:cxn modelId="{5B1308FC-6422-4EB1-B514-151BB6E8F5EA}" type="presParOf" srcId="{C3457D69-3A95-442D-9FA6-6454D4B18401}" destId="{63E207E9-55E2-4C67-8EB1-E4C43E45111B}" srcOrd="1" destOrd="0" presId="urn:microsoft.com/office/officeart/2017/3/layout/DropPinTimeline"/>
    <dgm:cxn modelId="{9011837F-1CF2-4D65-A9F7-189FAE829A9D}" type="presParOf" srcId="{A8ADAD0E-3BD2-43B1-9339-7E541ABC3749}" destId="{C743E08D-9FCD-4A92-93C3-8A39B2DDC06C}" srcOrd="2" destOrd="0" presId="urn:microsoft.com/office/officeart/2017/3/layout/DropPinTimeline"/>
    <dgm:cxn modelId="{3CA0B2ED-4398-4B2E-9341-A9C654ADAB6E}" type="presParOf" srcId="{A8ADAD0E-3BD2-43B1-9339-7E541ABC3749}" destId="{D6CAC813-F52D-4374-9B52-6376001AF041}" srcOrd="3" destOrd="0" presId="urn:microsoft.com/office/officeart/2017/3/layout/DropPinTimeline"/>
    <dgm:cxn modelId="{05264D5D-CB87-4CD4-A8ED-7ED90370B5E1}" type="presParOf" srcId="{A8ADAD0E-3BD2-43B1-9339-7E541ABC3749}" destId="{4F8637CF-D108-425D-A750-848620E1F293}" srcOrd="4" destOrd="0" presId="urn:microsoft.com/office/officeart/2017/3/layout/DropPinTimeline"/>
    <dgm:cxn modelId="{929329B9-F443-45EC-A4D7-763D3C6DBDDE}" type="presParOf" srcId="{A8ADAD0E-3BD2-43B1-9339-7E541ABC3749}" destId="{934F7DDC-4504-4909-B753-4DB6E1740B8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7042E5-1AEA-4BF7-BEC7-D5EED4F39A09}" type="doc">
      <dgm:prSet loTypeId="urn:microsoft.com/office/officeart/2005/8/layout/hProcess4" loCatId="process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EC3241E9-CAD2-4330-85F2-923200F61644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Pre-test</a:t>
          </a:r>
          <a:endParaRPr lang="en-US" dirty="0"/>
        </a:p>
      </dgm:t>
    </dgm:pt>
    <dgm:pt modelId="{23275EDD-8E05-4549-A95D-245B0BD12B7E}" type="parTrans" cxnId="{8B2A9A1A-F26F-404E-86DB-90753F9FD040}">
      <dgm:prSet/>
      <dgm:spPr/>
      <dgm:t>
        <a:bodyPr/>
        <a:lstStyle/>
        <a:p>
          <a:endParaRPr lang="en-US"/>
        </a:p>
      </dgm:t>
    </dgm:pt>
    <dgm:pt modelId="{0BE83824-CC8D-435E-A284-AFF29143EF98}" type="sibTrans" cxnId="{8B2A9A1A-F26F-404E-86DB-90753F9FD040}">
      <dgm:prSet/>
      <dgm:spPr/>
      <dgm:t>
        <a:bodyPr/>
        <a:lstStyle/>
        <a:p>
          <a:endParaRPr lang="en-US"/>
        </a:p>
      </dgm:t>
    </dgm:pt>
    <dgm:pt modelId="{3A9B1040-D7FC-46A5-9E69-755226B1E758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A pre-course evaluation with multiple choice questions or True/False gauging trainees understanding of the appropriate practices.</a:t>
          </a:r>
          <a:endParaRPr lang="en-US" dirty="0"/>
        </a:p>
      </dgm:t>
    </dgm:pt>
    <dgm:pt modelId="{32B90562-B5CD-4ECB-B58B-006D53F5462A}" type="parTrans" cxnId="{2FC8FBBE-7C22-4564-BFC8-DBADFDA0D90C}">
      <dgm:prSet/>
      <dgm:spPr/>
      <dgm:t>
        <a:bodyPr/>
        <a:lstStyle/>
        <a:p>
          <a:endParaRPr lang="en-US"/>
        </a:p>
      </dgm:t>
    </dgm:pt>
    <dgm:pt modelId="{5434BCBB-A297-4E5A-A464-EDFAC79C7998}" type="sibTrans" cxnId="{2FC8FBBE-7C22-4564-BFC8-DBADFDA0D90C}">
      <dgm:prSet/>
      <dgm:spPr/>
      <dgm:t>
        <a:bodyPr/>
        <a:lstStyle/>
        <a:p>
          <a:endParaRPr lang="en-US"/>
        </a:p>
      </dgm:t>
    </dgm:pt>
    <dgm:pt modelId="{71464033-5AFA-4BDA-8CD3-F2A0993368CC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It could also be a scenario-based question.</a:t>
          </a:r>
          <a:endParaRPr lang="en-US" dirty="0"/>
        </a:p>
      </dgm:t>
    </dgm:pt>
    <dgm:pt modelId="{267AB64E-51B5-44BE-B4FB-65C629509207}" type="parTrans" cxnId="{2CD700CF-4B62-42C2-9B1A-325773C7CF6E}">
      <dgm:prSet/>
      <dgm:spPr/>
      <dgm:t>
        <a:bodyPr/>
        <a:lstStyle/>
        <a:p>
          <a:endParaRPr lang="en-US"/>
        </a:p>
      </dgm:t>
    </dgm:pt>
    <dgm:pt modelId="{B5A39CF4-A4EB-4BDA-BCAC-88CD9610C8F7}" type="sibTrans" cxnId="{2CD700CF-4B62-42C2-9B1A-325773C7CF6E}">
      <dgm:prSet/>
      <dgm:spPr/>
      <dgm:t>
        <a:bodyPr/>
        <a:lstStyle/>
        <a:p>
          <a:endParaRPr lang="en-US"/>
        </a:p>
      </dgm:t>
    </dgm:pt>
    <dgm:pt modelId="{9D9EE773-3CB2-4DA5-9B8A-AC765E3FFB92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 Treatment</a:t>
          </a:r>
          <a:endParaRPr lang="en-US" dirty="0"/>
        </a:p>
      </dgm:t>
    </dgm:pt>
    <dgm:pt modelId="{352BF7A8-9456-4345-BB36-4945A2E211F8}" type="parTrans" cxnId="{403A9A7C-34C4-47FC-9BC9-D2F8BE3E05F8}">
      <dgm:prSet/>
      <dgm:spPr/>
      <dgm:t>
        <a:bodyPr/>
        <a:lstStyle/>
        <a:p>
          <a:endParaRPr lang="en-US"/>
        </a:p>
      </dgm:t>
    </dgm:pt>
    <dgm:pt modelId="{8A972BA6-8011-45CA-9757-3861562A2C12}" type="sibTrans" cxnId="{403A9A7C-34C4-47FC-9BC9-D2F8BE3E05F8}">
      <dgm:prSet/>
      <dgm:spPr/>
      <dgm:t>
        <a:bodyPr/>
        <a:lstStyle/>
        <a:p>
          <a:endParaRPr lang="en-US"/>
        </a:p>
      </dgm:t>
    </dgm:pt>
    <dgm:pt modelId="{EAC66E83-D9C5-4606-BBAD-3EE6995DD426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Organize role-play session where interns practice handling different email situations.</a:t>
          </a:r>
          <a:endParaRPr lang="en-US" dirty="0"/>
        </a:p>
      </dgm:t>
    </dgm:pt>
    <dgm:pt modelId="{48D4A9B2-4EC7-4DC0-BB4D-BAC39B1E74B1}" type="parTrans" cxnId="{13504150-8201-42D3-A4F5-CBB0755C3336}">
      <dgm:prSet/>
      <dgm:spPr/>
      <dgm:t>
        <a:bodyPr/>
        <a:lstStyle/>
        <a:p>
          <a:endParaRPr lang="en-US"/>
        </a:p>
      </dgm:t>
    </dgm:pt>
    <dgm:pt modelId="{A9FC4AFA-E7D1-4909-AD24-960E673FCFD3}" type="sibTrans" cxnId="{13504150-8201-42D3-A4F5-CBB0755C3336}">
      <dgm:prSet/>
      <dgm:spPr/>
      <dgm:t>
        <a:bodyPr/>
        <a:lstStyle/>
        <a:p>
          <a:endParaRPr lang="en-US"/>
        </a:p>
      </dgm:t>
    </dgm:pt>
    <dgm:pt modelId="{6F151328-3437-48E5-8D48-403DCBDD293C}">
      <dgm:prSet phldr="0"/>
      <dgm:spPr/>
      <dgm:t>
        <a:bodyPr/>
        <a:lstStyle/>
        <a:p>
          <a:pPr rtl="0"/>
          <a:r>
            <a:rPr lang="en-US" dirty="0">
              <a:latin typeface="Goudy Old Style"/>
            </a:rPr>
            <a:t>Peer Review: Have a review session where interns constructive feedback on each other's emails, promoting collaborative learning. This would test behavior and skill-based outcomes as well as cognitive outcomes.</a:t>
          </a:r>
        </a:p>
      </dgm:t>
    </dgm:pt>
    <dgm:pt modelId="{CD0C4ED4-08E5-47C5-BADF-D07CCB63B03C}" type="parTrans" cxnId="{F078EB1F-0203-4370-A564-BCDE4A14E192}">
      <dgm:prSet/>
      <dgm:spPr/>
    </dgm:pt>
    <dgm:pt modelId="{A7E912B2-550C-4BAE-AC8A-473A8CE7A565}" type="sibTrans" cxnId="{F078EB1F-0203-4370-A564-BCDE4A14E192}">
      <dgm:prSet/>
      <dgm:spPr/>
    </dgm:pt>
    <dgm:pt modelId="{C64735D9-010E-46BE-B4AF-450C58F60321}">
      <dgm:prSet phldr="0"/>
      <dgm:spPr/>
      <dgm:t>
        <a:bodyPr/>
        <a:lstStyle/>
        <a:p>
          <a:pPr rtl="0"/>
          <a:r>
            <a:rPr lang="en-US" dirty="0">
              <a:latin typeface="Goudy Old Style"/>
            </a:rPr>
            <a:t>Post-Test</a:t>
          </a:r>
        </a:p>
      </dgm:t>
    </dgm:pt>
    <dgm:pt modelId="{0B241785-DE16-46EB-99DF-784ECE5A5627}" type="parTrans" cxnId="{AEBE3556-4964-494C-A56B-6026A609708C}">
      <dgm:prSet/>
      <dgm:spPr/>
    </dgm:pt>
    <dgm:pt modelId="{3E57A280-3BC3-4E6F-9B23-8E020996B088}" type="sibTrans" cxnId="{AEBE3556-4964-494C-A56B-6026A609708C}">
      <dgm:prSet/>
      <dgm:spPr/>
      <dgm:t>
        <a:bodyPr/>
        <a:lstStyle/>
        <a:p>
          <a:endParaRPr lang="en-US"/>
        </a:p>
      </dgm:t>
    </dgm:pt>
    <dgm:pt modelId="{66792B98-DF96-42AD-98E7-8FF0D882F2E6}">
      <dgm:prSet phldr="0"/>
      <dgm:spPr/>
      <dgm:t>
        <a:bodyPr/>
        <a:lstStyle/>
        <a:p>
          <a:pPr rtl="0"/>
          <a:r>
            <a:rPr lang="en-US" dirty="0">
              <a:latin typeface="Goudy Old Style"/>
            </a:rPr>
            <a:t>Could be a self-assessment: for example, On a scale of 1 to 5, rate your confidence level in writing professional emails before and after training. This could be a test for affective outcomes.</a:t>
          </a:r>
        </a:p>
      </dgm:t>
    </dgm:pt>
    <dgm:pt modelId="{8FEB4C41-913D-4379-8EB9-E66291ABEEE8}" type="parTrans" cxnId="{EAEA238A-8F6D-4D32-9260-971289A9B340}">
      <dgm:prSet/>
      <dgm:spPr/>
    </dgm:pt>
    <dgm:pt modelId="{C92F8A03-CDCB-431F-9AD1-619F6BB50F32}" type="sibTrans" cxnId="{EAEA238A-8F6D-4D32-9260-971289A9B340}">
      <dgm:prSet/>
      <dgm:spPr/>
    </dgm:pt>
    <dgm:pt modelId="{2B827AE0-C701-4841-A722-B9FE8EEF3BFE}" type="pres">
      <dgm:prSet presAssocID="{5C7042E5-1AEA-4BF7-BEC7-D5EED4F39A09}" presName="Name0" presStyleCnt="0">
        <dgm:presLayoutVars>
          <dgm:dir/>
          <dgm:animLvl val="lvl"/>
          <dgm:resizeHandles val="exact"/>
        </dgm:presLayoutVars>
      </dgm:prSet>
      <dgm:spPr/>
    </dgm:pt>
    <dgm:pt modelId="{4E5A54D5-AA0B-4519-A3D7-05C344B74039}" type="pres">
      <dgm:prSet presAssocID="{5C7042E5-1AEA-4BF7-BEC7-D5EED4F39A09}" presName="tSp" presStyleCnt="0"/>
      <dgm:spPr/>
    </dgm:pt>
    <dgm:pt modelId="{D27B2D54-E162-4CEA-8A4E-A91D2EFC3F7D}" type="pres">
      <dgm:prSet presAssocID="{5C7042E5-1AEA-4BF7-BEC7-D5EED4F39A09}" presName="bSp" presStyleCnt="0"/>
      <dgm:spPr/>
    </dgm:pt>
    <dgm:pt modelId="{45E55792-E65E-420A-90BB-FBF6C512FF8F}" type="pres">
      <dgm:prSet presAssocID="{5C7042E5-1AEA-4BF7-BEC7-D5EED4F39A09}" presName="process" presStyleCnt="0"/>
      <dgm:spPr/>
    </dgm:pt>
    <dgm:pt modelId="{1E9998B3-482E-446C-9FC9-805366AD34D2}" type="pres">
      <dgm:prSet presAssocID="{EC3241E9-CAD2-4330-85F2-923200F61644}" presName="composite1" presStyleCnt="0"/>
      <dgm:spPr/>
    </dgm:pt>
    <dgm:pt modelId="{DF2FDC41-161B-40C5-92B6-99300DC33A9D}" type="pres">
      <dgm:prSet presAssocID="{EC3241E9-CAD2-4330-85F2-923200F61644}" presName="dummyNode1" presStyleLbl="node1" presStyleIdx="0" presStyleCnt="3"/>
      <dgm:spPr/>
    </dgm:pt>
    <dgm:pt modelId="{4C551025-33DF-476F-B142-7A2AD03403DF}" type="pres">
      <dgm:prSet presAssocID="{EC3241E9-CAD2-4330-85F2-923200F61644}" presName="childNode1" presStyleLbl="bgAcc1" presStyleIdx="0" presStyleCnt="3">
        <dgm:presLayoutVars>
          <dgm:bulletEnabled val="1"/>
        </dgm:presLayoutVars>
      </dgm:prSet>
      <dgm:spPr/>
    </dgm:pt>
    <dgm:pt modelId="{CCC265BF-43CE-4235-BB0A-BBBAAE62E9FB}" type="pres">
      <dgm:prSet presAssocID="{EC3241E9-CAD2-4330-85F2-923200F61644}" presName="childNode1tx" presStyleLbl="bgAcc1" presStyleIdx="0" presStyleCnt="3">
        <dgm:presLayoutVars>
          <dgm:bulletEnabled val="1"/>
        </dgm:presLayoutVars>
      </dgm:prSet>
      <dgm:spPr/>
    </dgm:pt>
    <dgm:pt modelId="{85224115-8B1D-4A24-A76F-8BAB4B5F0869}" type="pres">
      <dgm:prSet presAssocID="{EC3241E9-CAD2-4330-85F2-923200F61644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1511E970-CFC3-4441-9F5D-9B081076E8DB}" type="pres">
      <dgm:prSet presAssocID="{EC3241E9-CAD2-4330-85F2-923200F61644}" presName="connSite1" presStyleCnt="0"/>
      <dgm:spPr/>
    </dgm:pt>
    <dgm:pt modelId="{5B21F243-D350-48F0-A7E9-2A3D5028A56C}" type="pres">
      <dgm:prSet presAssocID="{0BE83824-CC8D-435E-A284-AFF29143EF98}" presName="Name9" presStyleLbl="sibTrans2D1" presStyleIdx="0" presStyleCnt="2"/>
      <dgm:spPr/>
    </dgm:pt>
    <dgm:pt modelId="{21E59BB4-715B-40FE-AE73-670CEA811455}" type="pres">
      <dgm:prSet presAssocID="{9D9EE773-3CB2-4DA5-9B8A-AC765E3FFB92}" presName="composite2" presStyleCnt="0"/>
      <dgm:spPr/>
    </dgm:pt>
    <dgm:pt modelId="{C1F1F3A4-E50B-4AE9-9BB9-B6B1528C3D7E}" type="pres">
      <dgm:prSet presAssocID="{9D9EE773-3CB2-4DA5-9B8A-AC765E3FFB92}" presName="dummyNode2" presStyleLbl="node1" presStyleIdx="0" presStyleCnt="3"/>
      <dgm:spPr/>
    </dgm:pt>
    <dgm:pt modelId="{E2366F50-5CD9-44E1-B60F-DBAC951BB53D}" type="pres">
      <dgm:prSet presAssocID="{9D9EE773-3CB2-4DA5-9B8A-AC765E3FFB92}" presName="childNode2" presStyleLbl="bgAcc1" presStyleIdx="1" presStyleCnt="3">
        <dgm:presLayoutVars>
          <dgm:bulletEnabled val="1"/>
        </dgm:presLayoutVars>
      </dgm:prSet>
      <dgm:spPr/>
    </dgm:pt>
    <dgm:pt modelId="{5E509A5A-5CC1-474C-B0A4-D5DAA9BFB1CA}" type="pres">
      <dgm:prSet presAssocID="{9D9EE773-3CB2-4DA5-9B8A-AC765E3FFB92}" presName="childNode2tx" presStyleLbl="bgAcc1" presStyleIdx="1" presStyleCnt="3">
        <dgm:presLayoutVars>
          <dgm:bulletEnabled val="1"/>
        </dgm:presLayoutVars>
      </dgm:prSet>
      <dgm:spPr/>
    </dgm:pt>
    <dgm:pt modelId="{8FF74B17-7C51-4A77-BC41-0EBA21CBE8AD}" type="pres">
      <dgm:prSet presAssocID="{9D9EE773-3CB2-4DA5-9B8A-AC765E3FFB92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A289A96D-A8DD-4C07-99A2-2425980C8CE4}" type="pres">
      <dgm:prSet presAssocID="{9D9EE773-3CB2-4DA5-9B8A-AC765E3FFB92}" presName="connSite2" presStyleCnt="0"/>
      <dgm:spPr/>
    </dgm:pt>
    <dgm:pt modelId="{91553FA0-150F-48B8-A1B7-91DF43425C48}" type="pres">
      <dgm:prSet presAssocID="{8A972BA6-8011-45CA-9757-3861562A2C12}" presName="Name18" presStyleLbl="sibTrans2D1" presStyleIdx="1" presStyleCnt="2"/>
      <dgm:spPr/>
    </dgm:pt>
    <dgm:pt modelId="{383983A0-801A-4F0B-A484-6CF516E691E7}" type="pres">
      <dgm:prSet presAssocID="{C64735D9-010E-46BE-B4AF-450C58F60321}" presName="composite1" presStyleCnt="0"/>
      <dgm:spPr/>
    </dgm:pt>
    <dgm:pt modelId="{A35B8B4E-B7B6-4637-92E6-1DF784D9B742}" type="pres">
      <dgm:prSet presAssocID="{C64735D9-010E-46BE-B4AF-450C58F60321}" presName="dummyNode1" presStyleLbl="node1" presStyleIdx="1" presStyleCnt="3"/>
      <dgm:spPr/>
    </dgm:pt>
    <dgm:pt modelId="{7F8F6079-324C-46E7-9367-4D86C1361030}" type="pres">
      <dgm:prSet presAssocID="{C64735D9-010E-46BE-B4AF-450C58F60321}" presName="childNode1" presStyleLbl="bgAcc1" presStyleIdx="2" presStyleCnt="3">
        <dgm:presLayoutVars>
          <dgm:bulletEnabled val="1"/>
        </dgm:presLayoutVars>
      </dgm:prSet>
      <dgm:spPr/>
    </dgm:pt>
    <dgm:pt modelId="{042C46EE-BCBD-4FAC-98AF-12E9A2B1708D}" type="pres">
      <dgm:prSet presAssocID="{C64735D9-010E-46BE-B4AF-450C58F60321}" presName="childNode1tx" presStyleLbl="bgAcc1" presStyleIdx="2" presStyleCnt="3">
        <dgm:presLayoutVars>
          <dgm:bulletEnabled val="1"/>
        </dgm:presLayoutVars>
      </dgm:prSet>
      <dgm:spPr/>
    </dgm:pt>
    <dgm:pt modelId="{1D334676-469D-44DB-B711-9C0192CA6468}" type="pres">
      <dgm:prSet presAssocID="{C64735D9-010E-46BE-B4AF-450C58F60321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CF242908-7872-4142-AA9B-080C680CE549}" type="pres">
      <dgm:prSet presAssocID="{C64735D9-010E-46BE-B4AF-450C58F60321}" presName="connSite1" presStyleCnt="0"/>
      <dgm:spPr/>
    </dgm:pt>
  </dgm:ptLst>
  <dgm:cxnLst>
    <dgm:cxn modelId="{10E74C05-658F-460C-B8D8-E4CF80FD13E9}" type="presOf" srcId="{6F151328-3437-48E5-8D48-403DCBDD293C}" destId="{5E509A5A-5CC1-474C-B0A4-D5DAA9BFB1CA}" srcOrd="1" destOrd="1" presId="urn:microsoft.com/office/officeart/2005/8/layout/hProcess4"/>
    <dgm:cxn modelId="{4D83370A-DCF0-4D08-8EDD-EE5EA5D3ABC8}" type="presOf" srcId="{5C7042E5-1AEA-4BF7-BEC7-D5EED4F39A09}" destId="{2B827AE0-C701-4841-A722-B9FE8EEF3BFE}" srcOrd="0" destOrd="0" presId="urn:microsoft.com/office/officeart/2005/8/layout/hProcess4"/>
    <dgm:cxn modelId="{8B2A9A1A-F26F-404E-86DB-90753F9FD040}" srcId="{5C7042E5-1AEA-4BF7-BEC7-D5EED4F39A09}" destId="{EC3241E9-CAD2-4330-85F2-923200F61644}" srcOrd="0" destOrd="0" parTransId="{23275EDD-8E05-4549-A95D-245B0BD12B7E}" sibTransId="{0BE83824-CC8D-435E-A284-AFF29143EF98}"/>
    <dgm:cxn modelId="{F078EB1F-0203-4370-A564-BCDE4A14E192}" srcId="{9D9EE773-3CB2-4DA5-9B8A-AC765E3FFB92}" destId="{6F151328-3437-48E5-8D48-403DCBDD293C}" srcOrd="1" destOrd="0" parTransId="{CD0C4ED4-08E5-47C5-BADF-D07CCB63B03C}" sibTransId="{A7E912B2-550C-4BAE-AC8A-473A8CE7A565}"/>
    <dgm:cxn modelId="{DC6D503E-799F-4F24-A476-D0DCC977E356}" type="presOf" srcId="{66792B98-DF96-42AD-98E7-8FF0D882F2E6}" destId="{7F8F6079-324C-46E7-9367-4D86C1361030}" srcOrd="0" destOrd="0" presId="urn:microsoft.com/office/officeart/2005/8/layout/hProcess4"/>
    <dgm:cxn modelId="{4F612D43-20BB-4870-B02A-321C87ACD260}" type="presOf" srcId="{0BE83824-CC8D-435E-A284-AFF29143EF98}" destId="{5B21F243-D350-48F0-A7E9-2A3D5028A56C}" srcOrd="0" destOrd="0" presId="urn:microsoft.com/office/officeart/2005/8/layout/hProcess4"/>
    <dgm:cxn modelId="{D6CDBB6D-71D7-4CB3-9B55-54C0D79FB7C7}" type="presOf" srcId="{71464033-5AFA-4BDA-8CD3-F2A0993368CC}" destId="{4C551025-33DF-476F-B142-7A2AD03403DF}" srcOrd="0" destOrd="1" presId="urn:microsoft.com/office/officeart/2005/8/layout/hProcess4"/>
    <dgm:cxn modelId="{13504150-8201-42D3-A4F5-CBB0755C3336}" srcId="{9D9EE773-3CB2-4DA5-9B8A-AC765E3FFB92}" destId="{EAC66E83-D9C5-4606-BBAD-3EE6995DD426}" srcOrd="0" destOrd="0" parTransId="{48D4A9B2-4EC7-4DC0-BB4D-BAC39B1E74B1}" sibTransId="{A9FC4AFA-E7D1-4909-AD24-960E673FCFD3}"/>
    <dgm:cxn modelId="{AEBE3556-4964-494C-A56B-6026A609708C}" srcId="{5C7042E5-1AEA-4BF7-BEC7-D5EED4F39A09}" destId="{C64735D9-010E-46BE-B4AF-450C58F60321}" srcOrd="2" destOrd="0" parTransId="{0B241785-DE16-46EB-99DF-784ECE5A5627}" sibTransId="{3E57A280-3BC3-4E6F-9B23-8E020996B088}"/>
    <dgm:cxn modelId="{22587F79-1F39-4E49-B12C-0BE71789284B}" type="presOf" srcId="{6F151328-3437-48E5-8D48-403DCBDD293C}" destId="{E2366F50-5CD9-44E1-B60F-DBAC951BB53D}" srcOrd="0" destOrd="1" presId="urn:microsoft.com/office/officeart/2005/8/layout/hProcess4"/>
    <dgm:cxn modelId="{DBF9A179-CBF8-48A8-90AB-8A08B59E5506}" type="presOf" srcId="{71464033-5AFA-4BDA-8CD3-F2A0993368CC}" destId="{CCC265BF-43CE-4235-BB0A-BBBAAE62E9FB}" srcOrd="1" destOrd="1" presId="urn:microsoft.com/office/officeart/2005/8/layout/hProcess4"/>
    <dgm:cxn modelId="{403A9A7C-34C4-47FC-9BC9-D2F8BE3E05F8}" srcId="{5C7042E5-1AEA-4BF7-BEC7-D5EED4F39A09}" destId="{9D9EE773-3CB2-4DA5-9B8A-AC765E3FFB92}" srcOrd="1" destOrd="0" parTransId="{352BF7A8-9456-4345-BB36-4945A2E211F8}" sibTransId="{8A972BA6-8011-45CA-9757-3861562A2C12}"/>
    <dgm:cxn modelId="{3D5B4282-7CF3-49DB-89D4-07DD462B2C82}" type="presOf" srcId="{9D9EE773-3CB2-4DA5-9B8A-AC765E3FFB92}" destId="{8FF74B17-7C51-4A77-BC41-0EBA21CBE8AD}" srcOrd="0" destOrd="0" presId="urn:microsoft.com/office/officeart/2005/8/layout/hProcess4"/>
    <dgm:cxn modelId="{4E91D782-5888-4186-BB51-DBBCE25E18A9}" type="presOf" srcId="{EC3241E9-CAD2-4330-85F2-923200F61644}" destId="{85224115-8B1D-4A24-A76F-8BAB4B5F0869}" srcOrd="0" destOrd="0" presId="urn:microsoft.com/office/officeart/2005/8/layout/hProcess4"/>
    <dgm:cxn modelId="{EAEA238A-8F6D-4D32-9260-971289A9B340}" srcId="{C64735D9-010E-46BE-B4AF-450C58F60321}" destId="{66792B98-DF96-42AD-98E7-8FF0D882F2E6}" srcOrd="0" destOrd="0" parTransId="{8FEB4C41-913D-4379-8EB9-E66291ABEEE8}" sibTransId="{C92F8A03-CDCB-431F-9AD1-619F6BB50F32}"/>
    <dgm:cxn modelId="{8E02618A-3E40-4FBE-8144-900AF6152C57}" type="presOf" srcId="{EAC66E83-D9C5-4606-BBAD-3EE6995DD426}" destId="{5E509A5A-5CC1-474C-B0A4-D5DAA9BFB1CA}" srcOrd="1" destOrd="0" presId="urn:microsoft.com/office/officeart/2005/8/layout/hProcess4"/>
    <dgm:cxn modelId="{8CAC6999-8B62-4FDA-92E1-CE94288754CC}" type="presOf" srcId="{8A972BA6-8011-45CA-9757-3861562A2C12}" destId="{91553FA0-150F-48B8-A1B7-91DF43425C48}" srcOrd="0" destOrd="0" presId="urn:microsoft.com/office/officeart/2005/8/layout/hProcess4"/>
    <dgm:cxn modelId="{A1F96CAC-9F04-4EA3-9DBC-021AA40A8D4A}" type="presOf" srcId="{EAC66E83-D9C5-4606-BBAD-3EE6995DD426}" destId="{E2366F50-5CD9-44E1-B60F-DBAC951BB53D}" srcOrd="0" destOrd="0" presId="urn:microsoft.com/office/officeart/2005/8/layout/hProcess4"/>
    <dgm:cxn modelId="{E5BF75B1-90C8-45E4-BB2C-8292013E0672}" type="presOf" srcId="{C64735D9-010E-46BE-B4AF-450C58F60321}" destId="{1D334676-469D-44DB-B711-9C0192CA6468}" srcOrd="0" destOrd="0" presId="urn:microsoft.com/office/officeart/2005/8/layout/hProcess4"/>
    <dgm:cxn modelId="{2FC8FBBE-7C22-4564-BFC8-DBADFDA0D90C}" srcId="{EC3241E9-CAD2-4330-85F2-923200F61644}" destId="{3A9B1040-D7FC-46A5-9E69-755226B1E758}" srcOrd="0" destOrd="0" parTransId="{32B90562-B5CD-4ECB-B58B-006D53F5462A}" sibTransId="{5434BCBB-A297-4E5A-A464-EDFAC79C7998}"/>
    <dgm:cxn modelId="{74F5E1C6-9F01-4754-BDC4-46FA59542C94}" type="presOf" srcId="{3A9B1040-D7FC-46A5-9E69-755226B1E758}" destId="{4C551025-33DF-476F-B142-7A2AD03403DF}" srcOrd="0" destOrd="0" presId="urn:microsoft.com/office/officeart/2005/8/layout/hProcess4"/>
    <dgm:cxn modelId="{2CD700CF-4B62-42C2-9B1A-325773C7CF6E}" srcId="{EC3241E9-CAD2-4330-85F2-923200F61644}" destId="{71464033-5AFA-4BDA-8CD3-F2A0993368CC}" srcOrd="1" destOrd="0" parTransId="{267AB64E-51B5-44BE-B4FB-65C629509207}" sibTransId="{B5A39CF4-A4EB-4BDA-BCAC-88CD9610C8F7}"/>
    <dgm:cxn modelId="{9D749DD1-2DB3-4566-A428-1172F2737B51}" type="presOf" srcId="{3A9B1040-D7FC-46A5-9E69-755226B1E758}" destId="{CCC265BF-43CE-4235-BB0A-BBBAAE62E9FB}" srcOrd="1" destOrd="0" presId="urn:microsoft.com/office/officeart/2005/8/layout/hProcess4"/>
    <dgm:cxn modelId="{3749D6FC-82A0-438B-8EE4-9853EED8B3BC}" type="presOf" srcId="{66792B98-DF96-42AD-98E7-8FF0D882F2E6}" destId="{042C46EE-BCBD-4FAC-98AF-12E9A2B1708D}" srcOrd="1" destOrd="0" presId="urn:microsoft.com/office/officeart/2005/8/layout/hProcess4"/>
    <dgm:cxn modelId="{A0EB8D37-BDAA-47A5-9C51-3151FEB5DFC9}" type="presParOf" srcId="{2B827AE0-C701-4841-A722-B9FE8EEF3BFE}" destId="{4E5A54D5-AA0B-4519-A3D7-05C344B74039}" srcOrd="0" destOrd="0" presId="urn:microsoft.com/office/officeart/2005/8/layout/hProcess4"/>
    <dgm:cxn modelId="{FF93D846-FA0A-4EC8-B6F3-12F2DE933A31}" type="presParOf" srcId="{2B827AE0-C701-4841-A722-B9FE8EEF3BFE}" destId="{D27B2D54-E162-4CEA-8A4E-A91D2EFC3F7D}" srcOrd="1" destOrd="0" presId="urn:microsoft.com/office/officeart/2005/8/layout/hProcess4"/>
    <dgm:cxn modelId="{175D6F2B-23CA-4E70-8E2A-5BFC2A28A2EB}" type="presParOf" srcId="{2B827AE0-C701-4841-A722-B9FE8EEF3BFE}" destId="{45E55792-E65E-420A-90BB-FBF6C512FF8F}" srcOrd="2" destOrd="0" presId="urn:microsoft.com/office/officeart/2005/8/layout/hProcess4"/>
    <dgm:cxn modelId="{9FF532F5-636A-46FC-B240-761A0E2F2141}" type="presParOf" srcId="{45E55792-E65E-420A-90BB-FBF6C512FF8F}" destId="{1E9998B3-482E-446C-9FC9-805366AD34D2}" srcOrd="0" destOrd="0" presId="urn:microsoft.com/office/officeart/2005/8/layout/hProcess4"/>
    <dgm:cxn modelId="{CAA53B9E-767D-4895-A705-995CD1B77825}" type="presParOf" srcId="{1E9998B3-482E-446C-9FC9-805366AD34D2}" destId="{DF2FDC41-161B-40C5-92B6-99300DC33A9D}" srcOrd="0" destOrd="0" presId="urn:microsoft.com/office/officeart/2005/8/layout/hProcess4"/>
    <dgm:cxn modelId="{01DB50E3-8704-4C09-9783-CD182DC9EA61}" type="presParOf" srcId="{1E9998B3-482E-446C-9FC9-805366AD34D2}" destId="{4C551025-33DF-476F-B142-7A2AD03403DF}" srcOrd="1" destOrd="0" presId="urn:microsoft.com/office/officeart/2005/8/layout/hProcess4"/>
    <dgm:cxn modelId="{EEC2E5D7-C807-4D6F-B742-5EDCD20A02E0}" type="presParOf" srcId="{1E9998B3-482E-446C-9FC9-805366AD34D2}" destId="{CCC265BF-43CE-4235-BB0A-BBBAAE62E9FB}" srcOrd="2" destOrd="0" presId="urn:microsoft.com/office/officeart/2005/8/layout/hProcess4"/>
    <dgm:cxn modelId="{E4BD5051-FB21-4CE7-B74B-B17694823706}" type="presParOf" srcId="{1E9998B3-482E-446C-9FC9-805366AD34D2}" destId="{85224115-8B1D-4A24-A76F-8BAB4B5F0869}" srcOrd="3" destOrd="0" presId="urn:microsoft.com/office/officeart/2005/8/layout/hProcess4"/>
    <dgm:cxn modelId="{96EE3A3B-3711-4ECF-ADE3-4EE08659F9E9}" type="presParOf" srcId="{1E9998B3-482E-446C-9FC9-805366AD34D2}" destId="{1511E970-CFC3-4441-9F5D-9B081076E8DB}" srcOrd="4" destOrd="0" presId="urn:microsoft.com/office/officeart/2005/8/layout/hProcess4"/>
    <dgm:cxn modelId="{03C9AD88-22E0-4304-BE97-62F9B6FC0F02}" type="presParOf" srcId="{45E55792-E65E-420A-90BB-FBF6C512FF8F}" destId="{5B21F243-D350-48F0-A7E9-2A3D5028A56C}" srcOrd="1" destOrd="0" presId="urn:microsoft.com/office/officeart/2005/8/layout/hProcess4"/>
    <dgm:cxn modelId="{3F3DE17A-9CB1-4B35-B8EA-64AB088A872C}" type="presParOf" srcId="{45E55792-E65E-420A-90BB-FBF6C512FF8F}" destId="{21E59BB4-715B-40FE-AE73-670CEA811455}" srcOrd="2" destOrd="0" presId="urn:microsoft.com/office/officeart/2005/8/layout/hProcess4"/>
    <dgm:cxn modelId="{C0D5D2DB-06DD-4DAE-819A-928B6222C7B6}" type="presParOf" srcId="{21E59BB4-715B-40FE-AE73-670CEA811455}" destId="{C1F1F3A4-E50B-4AE9-9BB9-B6B1528C3D7E}" srcOrd="0" destOrd="0" presId="urn:microsoft.com/office/officeart/2005/8/layout/hProcess4"/>
    <dgm:cxn modelId="{A108C25C-526F-49A5-897A-24FA876C2AD3}" type="presParOf" srcId="{21E59BB4-715B-40FE-AE73-670CEA811455}" destId="{E2366F50-5CD9-44E1-B60F-DBAC951BB53D}" srcOrd="1" destOrd="0" presId="urn:microsoft.com/office/officeart/2005/8/layout/hProcess4"/>
    <dgm:cxn modelId="{1099ED8F-8864-484D-8696-53C1439A1F08}" type="presParOf" srcId="{21E59BB4-715B-40FE-AE73-670CEA811455}" destId="{5E509A5A-5CC1-474C-B0A4-D5DAA9BFB1CA}" srcOrd="2" destOrd="0" presId="urn:microsoft.com/office/officeart/2005/8/layout/hProcess4"/>
    <dgm:cxn modelId="{75C6E400-7C9D-4D5D-8E45-825CCD6098C6}" type="presParOf" srcId="{21E59BB4-715B-40FE-AE73-670CEA811455}" destId="{8FF74B17-7C51-4A77-BC41-0EBA21CBE8AD}" srcOrd="3" destOrd="0" presId="urn:microsoft.com/office/officeart/2005/8/layout/hProcess4"/>
    <dgm:cxn modelId="{8524CA30-54F5-4DF8-9118-09FECF9A09DB}" type="presParOf" srcId="{21E59BB4-715B-40FE-AE73-670CEA811455}" destId="{A289A96D-A8DD-4C07-99A2-2425980C8CE4}" srcOrd="4" destOrd="0" presId="urn:microsoft.com/office/officeart/2005/8/layout/hProcess4"/>
    <dgm:cxn modelId="{20EB51CA-1D74-467D-AA59-92A987F9B3E8}" type="presParOf" srcId="{45E55792-E65E-420A-90BB-FBF6C512FF8F}" destId="{91553FA0-150F-48B8-A1B7-91DF43425C48}" srcOrd="3" destOrd="0" presId="urn:microsoft.com/office/officeart/2005/8/layout/hProcess4"/>
    <dgm:cxn modelId="{004D6D7D-775C-43D3-8BA5-2F2A1A6E2F13}" type="presParOf" srcId="{45E55792-E65E-420A-90BB-FBF6C512FF8F}" destId="{383983A0-801A-4F0B-A484-6CF516E691E7}" srcOrd="4" destOrd="0" presId="urn:microsoft.com/office/officeart/2005/8/layout/hProcess4"/>
    <dgm:cxn modelId="{988F701C-8BA7-443C-9335-53E2ADC7A3D7}" type="presParOf" srcId="{383983A0-801A-4F0B-A484-6CF516E691E7}" destId="{A35B8B4E-B7B6-4637-92E6-1DF784D9B742}" srcOrd="0" destOrd="0" presId="urn:microsoft.com/office/officeart/2005/8/layout/hProcess4"/>
    <dgm:cxn modelId="{C8243950-BCAB-42B1-8A5C-AF4534986A0F}" type="presParOf" srcId="{383983A0-801A-4F0B-A484-6CF516E691E7}" destId="{7F8F6079-324C-46E7-9367-4D86C1361030}" srcOrd="1" destOrd="0" presId="urn:microsoft.com/office/officeart/2005/8/layout/hProcess4"/>
    <dgm:cxn modelId="{6BD52E37-0CCF-43E9-AEFF-44B972B781CD}" type="presParOf" srcId="{383983A0-801A-4F0B-A484-6CF516E691E7}" destId="{042C46EE-BCBD-4FAC-98AF-12E9A2B1708D}" srcOrd="2" destOrd="0" presId="urn:microsoft.com/office/officeart/2005/8/layout/hProcess4"/>
    <dgm:cxn modelId="{AA3F404B-2731-49C1-AC0A-4076039B51A4}" type="presParOf" srcId="{383983A0-801A-4F0B-A484-6CF516E691E7}" destId="{1D334676-469D-44DB-B711-9C0192CA6468}" srcOrd="3" destOrd="0" presId="urn:microsoft.com/office/officeart/2005/8/layout/hProcess4"/>
    <dgm:cxn modelId="{1302A548-62FA-4F7B-8A42-A687965AAF3A}" type="presParOf" srcId="{383983A0-801A-4F0B-A484-6CF516E691E7}" destId="{CF242908-7872-4142-AA9B-080C680CE549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92033-8342-4809-BDB7-1C6CD1063343}">
      <dsp:nvSpPr>
        <dsp:cNvPr id="0" name=""/>
        <dsp:cNvSpPr/>
      </dsp:nvSpPr>
      <dsp:spPr>
        <a:xfrm>
          <a:off x="0" y="1289988"/>
          <a:ext cx="9486610" cy="171998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593B9-28C1-4279-B193-6E7A8ECDAD7E}">
      <dsp:nvSpPr>
        <dsp:cNvPr id="0" name=""/>
        <dsp:cNvSpPr/>
      </dsp:nvSpPr>
      <dsp:spPr>
        <a:xfrm>
          <a:off x="2345" y="0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Goudy Old Style"/>
            </a:rPr>
            <a:t>Announcements: Communicate the </a:t>
          </a:r>
          <a:r>
            <a:rPr lang="en-US" sz="800" kern="1200" dirty="0"/>
            <a:t>details of the training to </a:t>
          </a:r>
          <a:r>
            <a:rPr lang="en-US" sz="800" kern="1200" dirty="0">
              <a:latin typeface="Goudy Old Style"/>
            </a:rPr>
            <a:t>potential</a:t>
          </a:r>
          <a:r>
            <a:rPr lang="en-US" sz="800" kern="1200" dirty="0"/>
            <a:t> interns via </a:t>
          </a:r>
          <a:r>
            <a:rPr lang="en-US" sz="800" kern="1200" dirty="0">
              <a:latin typeface="Goudy Old Style"/>
            </a:rPr>
            <a:t>blackboard, email or in class company.</a:t>
          </a:r>
          <a:r>
            <a:rPr lang="en-US" sz="800" kern="1200" dirty="0"/>
            <a:t> </a:t>
          </a:r>
          <a:r>
            <a:rPr lang="en-US" sz="800" kern="1200" dirty="0">
              <a:latin typeface="Goudy Old Style"/>
            </a:rPr>
            <a:t>The notice would include</a:t>
          </a:r>
          <a:r>
            <a:rPr lang="en-US" sz="800" kern="1200" dirty="0"/>
            <a:t> the purpose, benefits, and </a:t>
          </a:r>
          <a:r>
            <a:rPr lang="en-US" sz="800" kern="1200" dirty="0">
              <a:latin typeface="Goudy Old Style"/>
            </a:rPr>
            <a:t>date of training.</a:t>
          </a:r>
          <a:endParaRPr lang="en-US" sz="800" kern="1200" dirty="0"/>
        </a:p>
      </dsp:txBody>
      <dsp:txXfrm>
        <a:off x="2345" y="0"/>
        <a:ext cx="1365321" cy="1719984"/>
      </dsp:txXfrm>
    </dsp:sp>
    <dsp:sp modelId="{E24370B0-64F6-4DAE-AE55-DDB144C74FE1}">
      <dsp:nvSpPr>
        <dsp:cNvPr id="0" name=""/>
        <dsp:cNvSpPr/>
      </dsp:nvSpPr>
      <dsp:spPr>
        <a:xfrm>
          <a:off x="470007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6CCF19-D8B0-47F8-9BA3-BE632BBCF1A3}">
      <dsp:nvSpPr>
        <dsp:cNvPr id="0" name=""/>
        <dsp:cNvSpPr/>
      </dsp:nvSpPr>
      <dsp:spPr>
        <a:xfrm>
          <a:off x="1435932" y="2579976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Goudy Old Style"/>
            </a:rPr>
            <a:t>Could also be an online Qualtrics form where interested interns can sign up to attend the workshop. The deadline for enrolment would be 1 week to training day.</a:t>
          </a:r>
          <a:endParaRPr lang="en-US" sz="800" kern="1200" dirty="0"/>
        </a:p>
      </dsp:txBody>
      <dsp:txXfrm>
        <a:off x="1435932" y="2579976"/>
        <a:ext cx="1365321" cy="1719984"/>
      </dsp:txXfrm>
    </dsp:sp>
    <dsp:sp modelId="{836FF59E-38DD-4855-9710-240B2A9E401F}">
      <dsp:nvSpPr>
        <dsp:cNvPr id="0" name=""/>
        <dsp:cNvSpPr/>
      </dsp:nvSpPr>
      <dsp:spPr>
        <a:xfrm>
          <a:off x="1903595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CD187C-F68A-4993-90EC-5723AFF4388A}">
      <dsp:nvSpPr>
        <dsp:cNvPr id="0" name=""/>
        <dsp:cNvSpPr/>
      </dsp:nvSpPr>
      <dsp:spPr>
        <a:xfrm>
          <a:off x="2869520" y="0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Goudy Old Style"/>
            </a:rPr>
            <a:t>Send acceptance emails to registered interns </a:t>
          </a:r>
          <a:r>
            <a:rPr lang="en-US" sz="800" kern="1200" dirty="0"/>
            <a:t>along with any necessary </a:t>
          </a:r>
          <a:r>
            <a:rPr lang="en-US" sz="800" kern="1200" dirty="0">
              <a:latin typeface="Goudy Old Style"/>
            </a:rPr>
            <a:t>pre-training</a:t>
          </a:r>
          <a:r>
            <a:rPr lang="en-US" sz="800" kern="1200" dirty="0"/>
            <a:t> materials and instructions</a:t>
          </a:r>
        </a:p>
      </dsp:txBody>
      <dsp:txXfrm>
        <a:off x="2869520" y="0"/>
        <a:ext cx="1365321" cy="1719984"/>
      </dsp:txXfrm>
    </dsp:sp>
    <dsp:sp modelId="{7CCC3E77-550A-4BE2-86F3-16C969281DFC}">
      <dsp:nvSpPr>
        <dsp:cNvPr id="0" name=""/>
        <dsp:cNvSpPr/>
      </dsp:nvSpPr>
      <dsp:spPr>
        <a:xfrm>
          <a:off x="3337182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376021-0D13-4397-8A2E-998ABA650174}">
      <dsp:nvSpPr>
        <dsp:cNvPr id="0" name=""/>
        <dsp:cNvSpPr/>
      </dsp:nvSpPr>
      <dsp:spPr>
        <a:xfrm>
          <a:off x="4303107" y="2579976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Goudy Old Style"/>
            </a:rPr>
            <a:t>Confirmation of</a:t>
          </a:r>
          <a:r>
            <a:rPr lang="en-US" sz="800" b="1" kern="1200" dirty="0"/>
            <a:t> </a:t>
          </a:r>
          <a:r>
            <a:rPr lang="en-US" sz="800" b="1" kern="1200" dirty="0">
              <a:latin typeface="Goudy Old Style"/>
            </a:rPr>
            <a:t>Participation</a:t>
          </a:r>
          <a:r>
            <a:rPr lang="en-US" sz="800" b="1" kern="1200" dirty="0"/>
            <a:t>:</a:t>
          </a:r>
          <a:r>
            <a:rPr lang="en-US" sz="800" kern="1200" dirty="0"/>
            <a:t> Ask interns to confirm their participation by a specified date. This can be done through a simple response to the acceptance email.</a:t>
          </a:r>
          <a:endParaRPr lang="en-US" sz="800" kern="1200" dirty="0">
            <a:latin typeface="Goudy Old Style"/>
          </a:endParaRPr>
        </a:p>
      </dsp:txBody>
      <dsp:txXfrm>
        <a:off x="4303107" y="2579976"/>
        <a:ext cx="1365321" cy="1719984"/>
      </dsp:txXfrm>
    </dsp:sp>
    <dsp:sp modelId="{2D621553-848D-4D4E-A896-B195A9CF0738}">
      <dsp:nvSpPr>
        <dsp:cNvPr id="0" name=""/>
        <dsp:cNvSpPr/>
      </dsp:nvSpPr>
      <dsp:spPr>
        <a:xfrm>
          <a:off x="4770770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EBD73F-A568-424D-863E-AFB4A9767777}">
      <dsp:nvSpPr>
        <dsp:cNvPr id="0" name=""/>
        <dsp:cNvSpPr/>
      </dsp:nvSpPr>
      <dsp:spPr>
        <a:xfrm>
          <a:off x="5736695" y="0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1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Goudy Old Style"/>
            </a:rPr>
            <a:t>Pre-course Prep:</a:t>
          </a:r>
          <a:r>
            <a:rPr lang="en-US" sz="800" kern="1200" dirty="0"/>
            <a:t> Send a welcome packet to enrolled interns, including the</a:t>
          </a:r>
          <a:r>
            <a:rPr lang="en-US" sz="800" kern="1200" dirty="0">
              <a:latin typeface="Goudy Old Style"/>
            </a:rPr>
            <a:t> training</a:t>
          </a:r>
          <a:r>
            <a:rPr lang="en-US" sz="800" kern="1200" dirty="0"/>
            <a:t> schedule, materials</a:t>
          </a:r>
          <a:r>
            <a:rPr lang="en-US" sz="800" kern="1200" dirty="0">
              <a:latin typeface="Goudy Old Style"/>
            </a:rPr>
            <a:t>,</a:t>
          </a:r>
          <a:r>
            <a:rPr lang="en-US" sz="800" kern="1200" dirty="0"/>
            <a:t> and contact information for any questions.</a:t>
          </a:r>
          <a:r>
            <a:rPr lang="en-US" sz="800" kern="1200" dirty="0">
              <a:latin typeface="Goudy Old Style"/>
            </a:rPr>
            <a:t> 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Also include a brief introduction of the program, outline expectations, provide opportunity for interns to send in any questions they would like answered during the training.</a:t>
          </a:r>
          <a:endParaRPr lang="en-US" sz="600" kern="1200" dirty="0"/>
        </a:p>
      </dsp:txBody>
      <dsp:txXfrm>
        <a:off x="5736695" y="0"/>
        <a:ext cx="1365321" cy="1719984"/>
      </dsp:txXfrm>
    </dsp:sp>
    <dsp:sp modelId="{C5C5EB17-6B47-48FE-926B-24AC099E5DA1}">
      <dsp:nvSpPr>
        <dsp:cNvPr id="0" name=""/>
        <dsp:cNvSpPr/>
      </dsp:nvSpPr>
      <dsp:spPr>
        <a:xfrm>
          <a:off x="6204357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1B092D-E854-4DF9-9C2B-16A817D8A6EE}">
      <dsp:nvSpPr>
        <dsp:cNvPr id="0" name=""/>
        <dsp:cNvSpPr/>
      </dsp:nvSpPr>
      <dsp:spPr>
        <a:xfrm>
          <a:off x="7170282" y="2579976"/>
          <a:ext cx="1365321" cy="1719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Goudy Old Style"/>
            </a:rPr>
            <a:t>Send regular reminders till training day. Alfina, our Enrolment specialist would be the designated contact person </a:t>
          </a:r>
          <a:endParaRPr lang="en-US" sz="800" kern="1200" dirty="0"/>
        </a:p>
      </dsp:txBody>
      <dsp:txXfrm>
        <a:off x="7170282" y="2579976"/>
        <a:ext cx="1365321" cy="1719984"/>
      </dsp:txXfrm>
    </dsp:sp>
    <dsp:sp modelId="{4F854345-47E4-47FB-8FC8-3ED0E18C9C8A}">
      <dsp:nvSpPr>
        <dsp:cNvPr id="0" name=""/>
        <dsp:cNvSpPr/>
      </dsp:nvSpPr>
      <dsp:spPr>
        <a:xfrm>
          <a:off x="7637945" y="1934982"/>
          <a:ext cx="429996" cy="429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E188E-856E-458D-9610-C9D019272734}">
      <dsp:nvSpPr>
        <dsp:cNvPr id="0" name=""/>
        <dsp:cNvSpPr/>
      </dsp:nvSpPr>
      <dsp:spPr>
        <a:xfrm>
          <a:off x="0" y="1805314"/>
          <a:ext cx="563653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DFEEE27-5913-48C4-B55D-4DAE927DB354}">
      <dsp:nvSpPr>
        <dsp:cNvPr id="0" name=""/>
        <dsp:cNvSpPr/>
      </dsp:nvSpPr>
      <dsp:spPr>
        <a:xfrm rot="8100000">
          <a:off x="57901" y="416054"/>
          <a:ext cx="265522" cy="265522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99A3CD-1A5F-4BB1-B71F-670900E04001}">
      <dsp:nvSpPr>
        <dsp:cNvPr id="0" name=""/>
        <dsp:cNvSpPr/>
      </dsp:nvSpPr>
      <dsp:spPr>
        <a:xfrm>
          <a:off x="87399" y="445551"/>
          <a:ext cx="206527" cy="2065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C48F830-7A54-45B9-8395-F352A0326B2F}">
      <dsp:nvSpPr>
        <dsp:cNvPr id="0" name=""/>
        <dsp:cNvSpPr/>
      </dsp:nvSpPr>
      <dsp:spPr>
        <a:xfrm>
          <a:off x="378415" y="736568"/>
          <a:ext cx="2343732" cy="1068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>
              <a:latin typeface="Goudy Old Style"/>
            </a:rPr>
            <a:t> Team would</a:t>
          </a:r>
          <a:r>
            <a:rPr lang="en-US" sz="1000" b="0" kern="1200" dirty="0"/>
            <a:t> </a:t>
          </a:r>
          <a:r>
            <a:rPr lang="en-US" sz="1000" b="0" kern="1200" dirty="0">
              <a:latin typeface="Goudy Old Style"/>
            </a:rPr>
            <a:t>ensure that the content</a:t>
          </a:r>
          <a:r>
            <a:rPr lang="en-US" sz="1000" b="0" kern="1200" dirty="0"/>
            <a:t> </a:t>
          </a:r>
          <a:r>
            <a:rPr lang="en-US" sz="1000" b="0" kern="1200" dirty="0">
              <a:latin typeface="Goudy Old Style"/>
            </a:rPr>
            <a:t>of our training </a:t>
          </a:r>
          <a:r>
            <a:rPr lang="en-US" sz="1000" b="0" kern="1200" dirty="0"/>
            <a:t>remains current and relevant by incorporating new trends and insights</a:t>
          </a:r>
          <a:r>
            <a:rPr lang="en-US" sz="1000" kern="1200" dirty="0">
              <a:latin typeface="Goudy Old Style"/>
            </a:rPr>
            <a:t> from the UIC career services</a:t>
          </a:r>
          <a:endParaRPr lang="en-US" sz="1000" kern="1200" dirty="0"/>
        </a:p>
      </dsp:txBody>
      <dsp:txXfrm>
        <a:off x="378415" y="736568"/>
        <a:ext cx="2343732" cy="1068745"/>
      </dsp:txXfrm>
    </dsp:sp>
    <dsp:sp modelId="{C040335F-2E24-4A83-9372-26D8743A543B}">
      <dsp:nvSpPr>
        <dsp:cNvPr id="0" name=""/>
        <dsp:cNvSpPr/>
      </dsp:nvSpPr>
      <dsp:spPr>
        <a:xfrm>
          <a:off x="378415" y="361062"/>
          <a:ext cx="2343732" cy="375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Timely Content Updates</a:t>
          </a:r>
        </a:p>
      </dsp:txBody>
      <dsp:txXfrm>
        <a:off x="378415" y="361062"/>
        <a:ext cx="2343732" cy="375505"/>
      </dsp:txXfrm>
    </dsp:sp>
    <dsp:sp modelId="{4158FC30-2308-4A22-97E0-A88095D078EA}">
      <dsp:nvSpPr>
        <dsp:cNvPr id="0" name=""/>
        <dsp:cNvSpPr/>
      </dsp:nvSpPr>
      <dsp:spPr>
        <a:xfrm>
          <a:off x="190663" y="736568"/>
          <a:ext cx="0" cy="1068745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26F1A7-C4F0-4D98-BAC7-38B41BD46B23}">
      <dsp:nvSpPr>
        <dsp:cNvPr id="0" name=""/>
        <dsp:cNvSpPr/>
      </dsp:nvSpPr>
      <dsp:spPr>
        <a:xfrm>
          <a:off x="156867" y="1771518"/>
          <a:ext cx="67590" cy="675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D46F82-77BA-42BF-8669-9D2D2A70C516}">
      <dsp:nvSpPr>
        <dsp:cNvPr id="0" name=""/>
        <dsp:cNvSpPr/>
      </dsp:nvSpPr>
      <dsp:spPr>
        <a:xfrm rot="18900000">
          <a:off x="1469788" y="2929051"/>
          <a:ext cx="265522" cy="265522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5F3897-16D7-4CE5-A76A-14BD89224DB1}">
      <dsp:nvSpPr>
        <dsp:cNvPr id="0" name=""/>
        <dsp:cNvSpPr/>
      </dsp:nvSpPr>
      <dsp:spPr>
        <a:xfrm>
          <a:off x="1499286" y="2958548"/>
          <a:ext cx="206527" cy="2065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7F8DFC9-1F4D-4E2D-86D4-9BBCC2056257}">
      <dsp:nvSpPr>
        <dsp:cNvPr id="0" name=""/>
        <dsp:cNvSpPr/>
      </dsp:nvSpPr>
      <dsp:spPr>
        <a:xfrm>
          <a:off x="1790302" y="1805314"/>
          <a:ext cx="2343732" cy="1068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>
              <a:latin typeface="Goudy Old Style"/>
            </a:rPr>
            <a:t>Feedback</a:t>
          </a:r>
          <a:r>
            <a:rPr lang="en-US" sz="1000" b="0" kern="1200" dirty="0"/>
            <a:t> from </a:t>
          </a:r>
          <a:r>
            <a:rPr lang="en-US" sz="1000" b="0" kern="1200" dirty="0">
              <a:latin typeface="Goudy Old Style"/>
            </a:rPr>
            <a:t>trainees would be used to shape</a:t>
          </a:r>
          <a:r>
            <a:rPr lang="en-US" sz="1000" b="0" kern="1200" dirty="0"/>
            <a:t> </a:t>
          </a:r>
          <a:r>
            <a:rPr lang="en-US" sz="1000" b="0" kern="1200" dirty="0">
              <a:latin typeface="Goudy Old Style"/>
            </a:rPr>
            <a:t>our </a:t>
          </a:r>
          <a:r>
            <a:rPr lang="en-US" sz="1000" b="0" kern="1200" dirty="0"/>
            <a:t>content, allowing for adjustments based on </a:t>
          </a:r>
          <a:r>
            <a:rPr lang="en-US" sz="1000" b="0" kern="1200" dirty="0">
              <a:latin typeface="Goudy Old Style"/>
            </a:rPr>
            <a:t>their real-world</a:t>
          </a:r>
          <a:r>
            <a:rPr lang="en-US" sz="1000" b="0" kern="1200" dirty="0"/>
            <a:t> applications and experiences.</a:t>
          </a:r>
        </a:p>
      </dsp:txBody>
      <dsp:txXfrm>
        <a:off x="1790302" y="1805314"/>
        <a:ext cx="2343732" cy="1068745"/>
      </dsp:txXfrm>
    </dsp:sp>
    <dsp:sp modelId="{5E8B683E-7FC8-4E0E-9DC9-4A37A06B5065}">
      <dsp:nvSpPr>
        <dsp:cNvPr id="0" name=""/>
        <dsp:cNvSpPr/>
      </dsp:nvSpPr>
      <dsp:spPr>
        <a:xfrm>
          <a:off x="1790302" y="2874059"/>
          <a:ext cx="2343732" cy="375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Incorporating Feedback</a:t>
          </a:r>
        </a:p>
      </dsp:txBody>
      <dsp:txXfrm>
        <a:off x="1790302" y="2874059"/>
        <a:ext cx="2343732" cy="375505"/>
      </dsp:txXfrm>
    </dsp:sp>
    <dsp:sp modelId="{33282163-E03D-45DC-BDA2-71196E5DA3C6}">
      <dsp:nvSpPr>
        <dsp:cNvPr id="0" name=""/>
        <dsp:cNvSpPr/>
      </dsp:nvSpPr>
      <dsp:spPr>
        <a:xfrm>
          <a:off x="1602550" y="1805314"/>
          <a:ext cx="0" cy="1068745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3D9030-185D-48E5-87CA-745626D07262}">
      <dsp:nvSpPr>
        <dsp:cNvPr id="0" name=""/>
        <dsp:cNvSpPr/>
      </dsp:nvSpPr>
      <dsp:spPr>
        <a:xfrm>
          <a:off x="1568754" y="1771518"/>
          <a:ext cx="67590" cy="675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DC531A-19ED-4083-B573-60659C6D6F05}">
      <dsp:nvSpPr>
        <dsp:cNvPr id="0" name=""/>
        <dsp:cNvSpPr/>
      </dsp:nvSpPr>
      <dsp:spPr>
        <a:xfrm rot="8100000">
          <a:off x="2881675" y="416054"/>
          <a:ext cx="265522" cy="265522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207E9-55E2-4C67-8EB1-E4C43E45111B}">
      <dsp:nvSpPr>
        <dsp:cNvPr id="0" name=""/>
        <dsp:cNvSpPr/>
      </dsp:nvSpPr>
      <dsp:spPr>
        <a:xfrm>
          <a:off x="2911173" y="445551"/>
          <a:ext cx="206527" cy="2065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743E08D-9FCD-4A92-93C3-8A39B2DDC06C}">
      <dsp:nvSpPr>
        <dsp:cNvPr id="0" name=""/>
        <dsp:cNvSpPr/>
      </dsp:nvSpPr>
      <dsp:spPr>
        <a:xfrm>
          <a:off x="3202189" y="736568"/>
          <a:ext cx="2329763" cy="1068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Goudy Old Style"/>
            </a:rPr>
            <a:t>Team would</a:t>
          </a:r>
          <a:r>
            <a:rPr lang="en-US" sz="1000" kern="1200" dirty="0"/>
            <a:t> </a:t>
          </a:r>
          <a:r>
            <a:rPr lang="en-US" sz="1000" kern="1200" dirty="0">
              <a:latin typeface="Goudy Old Style"/>
            </a:rPr>
            <a:t>do a biweekly review of business journals and articles like HBR. This is to keep us </a:t>
          </a:r>
          <a:r>
            <a:rPr lang="en-US" sz="1000" kern="1200" dirty="0"/>
            <a:t>updated on industry best practices</a:t>
          </a:r>
          <a:r>
            <a:rPr lang="en-US" sz="1000" kern="1200" dirty="0">
              <a:latin typeface="Goudy Old Style"/>
            </a:rPr>
            <a:t> allowing for</a:t>
          </a:r>
          <a:r>
            <a:rPr lang="en-US" sz="1000" kern="1200" dirty="0"/>
            <a:t> content quality and effectiveness continually.</a:t>
          </a:r>
        </a:p>
      </dsp:txBody>
      <dsp:txXfrm>
        <a:off x="3202189" y="736568"/>
        <a:ext cx="2329763" cy="1068745"/>
      </dsp:txXfrm>
    </dsp:sp>
    <dsp:sp modelId="{D6CAC813-F52D-4374-9B52-6376001AF041}">
      <dsp:nvSpPr>
        <dsp:cNvPr id="0" name=""/>
        <dsp:cNvSpPr/>
      </dsp:nvSpPr>
      <dsp:spPr>
        <a:xfrm>
          <a:off x="3202189" y="361062"/>
          <a:ext cx="2329763" cy="375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Best Practices Adaptation</a:t>
          </a:r>
        </a:p>
      </dsp:txBody>
      <dsp:txXfrm>
        <a:off x="3202189" y="361062"/>
        <a:ext cx="2329763" cy="375505"/>
      </dsp:txXfrm>
    </dsp:sp>
    <dsp:sp modelId="{4F8637CF-D108-425D-A750-848620E1F293}">
      <dsp:nvSpPr>
        <dsp:cNvPr id="0" name=""/>
        <dsp:cNvSpPr/>
      </dsp:nvSpPr>
      <dsp:spPr>
        <a:xfrm>
          <a:off x="3014437" y="736568"/>
          <a:ext cx="0" cy="1068745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DE418B-6B7D-4DDE-884A-8B24E35CFA2E}">
      <dsp:nvSpPr>
        <dsp:cNvPr id="0" name=""/>
        <dsp:cNvSpPr/>
      </dsp:nvSpPr>
      <dsp:spPr>
        <a:xfrm>
          <a:off x="2980641" y="1771518"/>
          <a:ext cx="67590" cy="675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51025-33DF-476F-B142-7A2AD03403DF}">
      <dsp:nvSpPr>
        <dsp:cNvPr id="0" name=""/>
        <dsp:cNvSpPr/>
      </dsp:nvSpPr>
      <dsp:spPr>
        <a:xfrm>
          <a:off x="2137" y="1106879"/>
          <a:ext cx="1375231" cy="1134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A pre-course evaluation with multiple choice questions or True/False gauging trainees understanding of the appropriate practices.</a:t>
          </a:r>
          <a:endParaRPr lang="en-US" sz="600" kern="1200" dirty="0"/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It could also be a scenario-based question.</a:t>
          </a:r>
          <a:endParaRPr lang="en-US" sz="600" kern="1200" dirty="0"/>
        </a:p>
      </dsp:txBody>
      <dsp:txXfrm>
        <a:off x="28240" y="1132982"/>
        <a:ext cx="1323025" cy="839012"/>
      </dsp:txXfrm>
    </dsp:sp>
    <dsp:sp modelId="{5B21F243-D350-48F0-A7E9-2A3D5028A56C}">
      <dsp:nvSpPr>
        <dsp:cNvPr id="0" name=""/>
        <dsp:cNvSpPr/>
      </dsp:nvSpPr>
      <dsp:spPr>
        <a:xfrm>
          <a:off x="792346" y="1439396"/>
          <a:ext cx="1424489" cy="1424489"/>
        </a:xfrm>
        <a:prstGeom prst="leftCircularArrow">
          <a:avLst>
            <a:gd name="adj1" fmla="val 2512"/>
            <a:gd name="adj2" fmla="val 304536"/>
            <a:gd name="adj3" fmla="val 2080047"/>
            <a:gd name="adj4" fmla="val 9024489"/>
            <a:gd name="adj5" fmla="val 2931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5224115-8B1D-4A24-A76F-8BAB4B5F0869}">
      <dsp:nvSpPr>
        <dsp:cNvPr id="0" name=""/>
        <dsp:cNvSpPr/>
      </dsp:nvSpPr>
      <dsp:spPr>
        <a:xfrm>
          <a:off x="307744" y="1998098"/>
          <a:ext cx="1222427" cy="48611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oudy Old Style"/>
            </a:rPr>
            <a:t>Pre-test</a:t>
          </a:r>
          <a:endParaRPr lang="en-US" sz="2000" kern="1200" dirty="0"/>
        </a:p>
      </dsp:txBody>
      <dsp:txXfrm>
        <a:off x="321982" y="2012336"/>
        <a:ext cx="1193951" cy="457643"/>
      </dsp:txXfrm>
    </dsp:sp>
    <dsp:sp modelId="{E2366F50-5CD9-44E1-B60F-DBAC951BB53D}">
      <dsp:nvSpPr>
        <dsp:cNvPr id="0" name=""/>
        <dsp:cNvSpPr/>
      </dsp:nvSpPr>
      <dsp:spPr>
        <a:xfrm>
          <a:off x="1700576" y="1106879"/>
          <a:ext cx="1375231" cy="1134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80000"/>
              <a:hueOff val="0"/>
              <a:satOff val="222"/>
              <a:lumOff val="104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Organize role-play session where interns practice handling different email situations.</a:t>
          </a:r>
          <a:endParaRPr lang="en-US" sz="600" kern="1200" dirty="0"/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Peer Review: Have a review session where interns constructive feedback on each other's emails, promoting collaborative learning. This would test behavior and skill-based outcomes as well as cognitive outcomes.</a:t>
          </a:r>
        </a:p>
      </dsp:txBody>
      <dsp:txXfrm>
        <a:off x="1726679" y="1376041"/>
        <a:ext cx="1323025" cy="839012"/>
      </dsp:txXfrm>
    </dsp:sp>
    <dsp:sp modelId="{91553FA0-150F-48B8-A1B7-91DF43425C48}">
      <dsp:nvSpPr>
        <dsp:cNvPr id="0" name=""/>
        <dsp:cNvSpPr/>
      </dsp:nvSpPr>
      <dsp:spPr>
        <a:xfrm>
          <a:off x="2479324" y="439676"/>
          <a:ext cx="1600214" cy="1600214"/>
        </a:xfrm>
        <a:prstGeom prst="circularArrow">
          <a:avLst>
            <a:gd name="adj1" fmla="val 2236"/>
            <a:gd name="adj2" fmla="val 269372"/>
            <a:gd name="adj3" fmla="val 19555117"/>
            <a:gd name="adj4" fmla="val 12575511"/>
            <a:gd name="adj5" fmla="val 2609"/>
          </a:avLst>
        </a:prstGeom>
        <a:solidFill>
          <a:schemeClr val="accent3">
            <a:shade val="90000"/>
            <a:hueOff val="0"/>
            <a:satOff val="-523"/>
            <a:lumOff val="178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FF74B17-7C51-4A77-BC41-0EBA21CBE8AD}">
      <dsp:nvSpPr>
        <dsp:cNvPr id="0" name=""/>
        <dsp:cNvSpPr/>
      </dsp:nvSpPr>
      <dsp:spPr>
        <a:xfrm>
          <a:off x="2006183" y="863819"/>
          <a:ext cx="1222427" cy="48611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222"/>
            <a:lumOff val="10447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oudy Old Style"/>
            </a:rPr>
            <a:t> Treatment</a:t>
          </a:r>
          <a:endParaRPr lang="en-US" sz="2000" kern="1200" dirty="0"/>
        </a:p>
      </dsp:txBody>
      <dsp:txXfrm>
        <a:off x="2020421" y="878057"/>
        <a:ext cx="1193951" cy="457643"/>
      </dsp:txXfrm>
    </dsp:sp>
    <dsp:sp modelId="{7F8F6079-324C-46E7-9367-4D86C1361030}">
      <dsp:nvSpPr>
        <dsp:cNvPr id="0" name=""/>
        <dsp:cNvSpPr/>
      </dsp:nvSpPr>
      <dsp:spPr>
        <a:xfrm>
          <a:off x="3399014" y="1106879"/>
          <a:ext cx="1375231" cy="1134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80000"/>
              <a:hueOff val="0"/>
              <a:satOff val="444"/>
              <a:lumOff val="208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latin typeface="Goudy Old Style"/>
            </a:rPr>
            <a:t>Could be a self-assessment: for example, On a scale of 1 to 5, rate your confidence level in writing professional emails before and after training. This could be a test for affective outcomes.</a:t>
          </a:r>
        </a:p>
      </dsp:txBody>
      <dsp:txXfrm>
        <a:off x="3425117" y="1132982"/>
        <a:ext cx="1323025" cy="839012"/>
      </dsp:txXfrm>
    </dsp:sp>
    <dsp:sp modelId="{1D334676-469D-44DB-B711-9C0192CA6468}">
      <dsp:nvSpPr>
        <dsp:cNvPr id="0" name=""/>
        <dsp:cNvSpPr/>
      </dsp:nvSpPr>
      <dsp:spPr>
        <a:xfrm>
          <a:off x="3704621" y="1998098"/>
          <a:ext cx="1222427" cy="48611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444"/>
            <a:lumOff val="20895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oudy Old Style"/>
            </a:rPr>
            <a:t>Post-Test</a:t>
          </a:r>
        </a:p>
      </dsp:txBody>
      <dsp:txXfrm>
        <a:off x="3718859" y="2012336"/>
        <a:ext cx="1193951" cy="457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33CD-DD39-2A37-2347-B030D693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4F309-DDBE-91D9-67B8-5ECB5A00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519AD-F24F-56C0-27F2-08D123E07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799C5-4EA0-484F-6E69-DA89D4AA9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7269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>
                <a:cs typeface="Calibri"/>
              </a:rPr>
              <a:t>Click to add subtitle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438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672" r:id="rId1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wl.purdue.edu/owl/general_writing/academic_writing/email_etiquette.html" TargetMode="External"/><Relationship Id="rId2" Type="http://schemas.openxmlformats.org/officeDocument/2006/relationships/hyperlink" Target="https://www.hafla.com/blog/workshop-material-and-supplies-checkli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2862" y="3988667"/>
            <a:ext cx="4650901" cy="2872695"/>
          </a:xfrm>
        </p:spPr>
        <p:txBody>
          <a:bodyPr>
            <a:noAutofit/>
          </a:bodyPr>
          <a:lstStyle/>
          <a:p>
            <a:r>
              <a:rPr lang="en-US" sz="2800"/>
              <a:t>Team: Mastery Makers</a:t>
            </a:r>
            <a:br>
              <a:rPr lang="en-US" sz="2800"/>
            </a:br>
            <a:r>
              <a:rPr lang="en-US" sz="2800"/>
              <a:t>Odalys, Paulina, Alfina, Sonia, Kyriaki, and Vanessa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DAF57-4A26-D5E3-CCCA-1334546A99FB}"/>
              </a:ext>
            </a:extLst>
          </p:cNvPr>
          <p:cNvSpPr txBox="1">
            <a:spLocks/>
          </p:cNvSpPr>
          <p:nvPr/>
        </p:nvSpPr>
        <p:spPr>
          <a:xfrm>
            <a:off x="462643" y="2156247"/>
            <a:ext cx="5175134" cy="152165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Program Design </a:t>
            </a:r>
            <a:r>
              <a:rPr lang="en-US"/>
              <a:t>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80" y="1850002"/>
            <a:ext cx="3887492" cy="672198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Delivery Section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BC6E6-E1C3-94C9-BDA0-82B9E5043593}"/>
              </a:ext>
            </a:extLst>
          </p:cNvPr>
          <p:cNvSpPr txBox="1"/>
          <p:nvPr/>
        </p:nvSpPr>
        <p:spPr>
          <a:xfrm>
            <a:off x="6472274" y="1139944"/>
            <a:ext cx="5023851" cy="49090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ea typeface="+mn-lt"/>
                <a:cs typeface="+mn-lt"/>
              </a:rPr>
              <a:t>Presentation: A brief, engaging PowerPoint presentation to introduce the main concepts of online etiquette.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ea typeface="+mn-lt"/>
                <a:cs typeface="+mn-lt"/>
              </a:rPr>
              <a:t>Group Discussion: Interactive discussion and sharing of experiences around online etiquette, particularly focusing on scenarios relevant to interns.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ea typeface="+mn-lt"/>
                <a:cs typeface="+mn-lt"/>
              </a:rPr>
              <a:t>Role-Playing: Trainees will participate in quick role-playing activities to practice email responses and video meeting behaviors.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ea typeface="+mn-lt"/>
                <a:cs typeface="+mn-lt"/>
              </a:rPr>
              <a:t>Q&amp;A: A short time for participants to ask questions and clarify any doubts about online communication practices.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ea typeface="+mn-lt"/>
                <a:cs typeface="+mn-lt"/>
              </a:rPr>
              <a:t>Total Time: 1 hour (45 minutes for the main content and activities, 15 minutes for Q&amp;A and discussion)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buFont typeface="Courier New"/>
              <a:buChar char="o"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26C429-04D3-2227-94CF-19FF010AA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13" y="2525713"/>
            <a:ext cx="2924175" cy="289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7BCBB-8A73-D3A7-ED09-01ADDC84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361D25-3E6F-3D7B-90A5-006C10B3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536575"/>
            <a:ext cx="407880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600" b="1" kern="1200" cap="none" spc="0" baseline="0">
                <a:latin typeface="+mj-lt"/>
                <a:ea typeface="+mj-ea"/>
                <a:cs typeface="+mj-cs"/>
              </a:rPr>
              <a:t>Objectives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D745DA-D03E-47A2-9936-01C39D51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594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3699A4-86AB-A37F-907A-7B76FDC6918C}"/>
              </a:ext>
            </a:extLst>
          </p:cNvPr>
          <p:cNvSpPr txBox="1"/>
          <p:nvPr/>
        </p:nvSpPr>
        <p:spPr>
          <a:xfrm>
            <a:off x="869685" y="2756703"/>
            <a:ext cx="4199115" cy="30217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cs typeface="Times"/>
              </a:rPr>
              <a:t>Educate individuals on the proper etiquette for online communication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"/>
              <a:cs typeface="Times"/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cs typeface="Times"/>
              </a:rPr>
              <a:t>Enable respectful, professional, and effective interaction across various digital platforms.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50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Times"/>
                <a:cs typeface="Times"/>
              </a:rPr>
              <a:t>Minimizing potential misunderstandings and conflicts in the digital space</a:t>
            </a:r>
          </a:p>
          <a:p>
            <a:pPr marL="171450" indent="-1714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endParaRPr lang="en-US" sz="1100" spc="50" dirty="0">
              <a:solidFill>
                <a:srgbClr val="000000">
                  <a:alpha val="60000"/>
                </a:srgbClr>
              </a:solidFill>
            </a:endParaRPr>
          </a:p>
          <a:p>
            <a:pPr marL="171450" indent="-171450">
              <a:lnSpc>
                <a:spcPct val="140000"/>
              </a:lnSpc>
              <a:spcAft>
                <a:spcPts val="600"/>
              </a:spcAft>
              <a:buFont typeface="Courier New"/>
              <a:buChar char="o"/>
            </a:pPr>
            <a:endParaRPr lang="en-US" sz="1100" spc="50" dirty="0">
              <a:solidFill>
                <a:srgbClr val="000000">
                  <a:alpha val="60000"/>
                </a:srgb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5A6F56-5B66-4656-B01E-938834D6A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28" name="Picture 27" descr="Objective PNGs for Free Download">
            <a:extLst>
              <a:ext uri="{FF2B5EF4-FFF2-40B4-BE49-F238E27FC236}">
                <a16:creationId xmlns:a16="http://schemas.microsoft.com/office/drawing/2014/main" id="{ADDD0B44-A491-AB65-81BD-99D49405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27" y="2133952"/>
            <a:ext cx="4999885" cy="25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8" y="430521"/>
            <a:ext cx="3389065" cy="1235312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Resources Needed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17B8D3A-52AF-B395-DD15-44E01E12F3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4738" y="430521"/>
            <a:ext cx="6681704" cy="6019264"/>
          </a:xfrm>
        </p:spPr>
        <p:txBody>
          <a:bodyPr/>
          <a:lstStyle/>
          <a:p>
            <a:pPr algn="l"/>
            <a:endParaRPr lang="en-US" dirty="0">
              <a:solidFill>
                <a:srgbClr val="000000">
                  <a:alpha val="60000"/>
                </a:srgbClr>
              </a:solidFill>
            </a:endParaRP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"/>
              </a:rPr>
              <a:t>Stationery item (e.g. paper, pencil, pen, color)</a:t>
            </a: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"/>
              </a:rPr>
              <a:t>Internet or Wi-Fi</a:t>
            </a: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"/>
              </a:rPr>
              <a:t>Table and Chairs</a:t>
            </a: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"/>
              </a:rPr>
              <a:t>Laptop, iPad, or phone</a:t>
            </a: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"/>
              </a:rPr>
              <a:t>Time</a:t>
            </a:r>
            <a:r>
              <a:rPr lang="en-US" dirty="0">
                <a:latin typeface="time"/>
              </a:rPr>
              <a:t>r</a:t>
            </a:r>
          </a:p>
          <a:p>
            <a:pPr marL="342900" indent="-342900" algn="l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>
                    <a:alpha val="60000"/>
                  </a:srgbClr>
                </a:solidFill>
                <a:latin typeface="time"/>
              </a:rPr>
              <a:t>Training space..</a:t>
            </a:r>
          </a:p>
        </p:txBody>
      </p:sp>
      <p:pic>
        <p:nvPicPr>
          <p:cNvPr id="11" name="Picture 10" descr="A drawing of a desk with a chair and a computer&#10;&#10;AI-generated content may be incorrect.">
            <a:extLst>
              <a:ext uri="{FF2B5EF4-FFF2-40B4-BE49-F238E27FC236}">
                <a16:creationId xmlns:a16="http://schemas.microsoft.com/office/drawing/2014/main" id="{4CD6F1CE-A143-1EDE-00DE-8E19447C9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08" y="2080531"/>
            <a:ext cx="3814011" cy="404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FD89-2994-9D0E-9BD5-487FE79B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3" y="1006058"/>
            <a:ext cx="5160757" cy="97531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Trainers Section </a:t>
            </a:r>
          </a:p>
        </p:txBody>
      </p:sp>
      <p:pic>
        <p:nvPicPr>
          <p:cNvPr id="29" name="Θέση εικόνας 28">
            <a:extLst>
              <a:ext uri="{FF2B5EF4-FFF2-40B4-BE49-F238E27FC236}">
                <a16:creationId xmlns:a16="http://schemas.microsoft.com/office/drawing/2014/main" id="{40351B7C-76B9-2CF0-C8D2-E19C933142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49" r="3249"/>
          <a:stretch/>
        </p:blipFill>
        <p:spPr>
          <a:xfrm>
            <a:off x="1722395" y="2365315"/>
            <a:ext cx="2648080" cy="29717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B0D9A68-916A-4A83-54C8-17BD927679A4}"/>
              </a:ext>
            </a:extLst>
          </p:cNvPr>
          <p:cNvSpPr txBox="1"/>
          <p:nvPr/>
        </p:nvSpPr>
        <p:spPr>
          <a:xfrm>
            <a:off x="6404155" y="822444"/>
            <a:ext cx="5272066" cy="52187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Trainers &amp; Facilitators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– Professionals with expertise in email communication, workplace etiquette. (Team members)</a:t>
            </a:r>
            <a:endParaRPr lang="en-US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Program Designers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– Team members would be responsible for structuring the workshop.</a:t>
            </a:r>
            <a:endParaRPr lang="en-US" sz="16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HR Representatives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– HR professionals who help tailor the training to the company’s policies and ensure the workshop meets organizational communication standards.</a:t>
            </a:r>
            <a:endParaRPr lang="en-US" sz="16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IT Specialists 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– If the workshop includes technical aspects of email platforms, cybersecurity, or phishing awareness, IT personnel may be involved.</a:t>
            </a:r>
            <a:endParaRPr lang="en-US" sz="16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Employees &amp; Participants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– The attendees who will learn and apply proper email etiquette. </a:t>
            </a: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579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291F2-4F3B-9988-830C-3A03B6B2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57404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</a:t>
            </a:r>
            <a:r>
              <a:rPr lang="en-US" b="1" dirty="0"/>
              <a:t>           Training Outline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957EAB-1A32-A2FE-6656-37F9DA322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970107"/>
            <a:ext cx="10213200" cy="5541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Intro of ourselves and topic 5-10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Pre-Poll + mini class discussion of personal experiences  10-20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Expansion of what is proper "Nettiquette" (mnemonic device) 10-20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Examples of 'Bad' vs 'Good' 5-10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Exercise with different prompts in groups 15-20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Presenting + Sharing what groups wrote 10-15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Group feedback + corrections 10-15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Post-Poll 5-10 min.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Summary (mnemonic  device) 5-10 min.</a:t>
            </a:r>
          </a:p>
          <a:p>
            <a:pPr marL="457200" indent="-457200">
              <a:buAutoNum type="arabicPeriod"/>
            </a:pPr>
            <a:endParaRPr lang="en-US" dirty="0">
              <a:solidFill>
                <a:srgbClr val="000000">
                  <a:alpha val="60000"/>
                </a:srgbClr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0C873-A881-33FA-F0E1-9BF6165D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370" y="66251"/>
            <a:ext cx="5429618" cy="843828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b="1" dirty="0"/>
              <a:t>Administration and Evaluation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Content Placeholder 66">
            <a:extLst>
              <a:ext uri="{FF2B5EF4-FFF2-40B4-BE49-F238E27FC236}">
                <a16:creationId xmlns:a16="http://schemas.microsoft.com/office/drawing/2014/main" id="{DF98E371-948A-8922-1CB7-1CBB54A554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201609"/>
              </p:ext>
            </p:extLst>
          </p:nvPr>
        </p:nvGraphicFramePr>
        <p:xfrm>
          <a:off x="1560513" y="1521402"/>
          <a:ext cx="9486610" cy="4299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Title 1">
            <a:extLst>
              <a:ext uri="{FF2B5EF4-FFF2-40B4-BE49-F238E27FC236}">
                <a16:creationId xmlns:a16="http://schemas.microsoft.com/office/drawing/2014/main" id="{3DB74C61-FFCE-2CEB-0279-6A9487CB8CB9}"/>
              </a:ext>
            </a:extLst>
          </p:cNvPr>
          <p:cNvSpPr txBox="1">
            <a:spLocks/>
          </p:cNvSpPr>
          <p:nvPr/>
        </p:nvSpPr>
        <p:spPr>
          <a:xfrm>
            <a:off x="556860" y="902720"/>
            <a:ext cx="4078800" cy="809192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Trainee Enrollment</a:t>
            </a:r>
          </a:p>
        </p:txBody>
      </p:sp>
    </p:spTree>
    <p:extLst>
      <p:ext uri="{BB962C8B-B14F-4D97-AF65-F5344CB8AC3E}">
        <p14:creationId xmlns:p14="http://schemas.microsoft.com/office/powerpoint/2010/main" val="47635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5E426-63FF-18FD-6E50-FD504F8A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18FCA38-3FB4-FC07-1533-C8C5A5D42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33918-AD63-BC42-67E6-09563649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031" y="284852"/>
            <a:ext cx="4078800" cy="809192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b="1" dirty="0"/>
              <a:t>Administration Section</a:t>
            </a:r>
            <a:endParaRPr lang="en-US" b="1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CA85CB9-3BF7-1235-ACA6-CCFB2797E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76F0FAF-D5B8-66E9-4883-42252638D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94013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900602" y="1798066"/>
          <a:ext cx="5636539" cy="3610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1" name="Title 1">
            <a:extLst>
              <a:ext uri="{FF2B5EF4-FFF2-40B4-BE49-F238E27FC236}">
                <a16:creationId xmlns:a16="http://schemas.microsoft.com/office/drawing/2014/main" id="{1BFA83EF-6184-BB4A-E982-6AE2C1541D9B}"/>
              </a:ext>
            </a:extLst>
          </p:cNvPr>
          <p:cNvSpPr txBox="1">
            <a:spLocks/>
          </p:cNvSpPr>
          <p:nvPr/>
        </p:nvSpPr>
        <p:spPr>
          <a:xfrm>
            <a:off x="5784909" y="857760"/>
            <a:ext cx="5745584" cy="11372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Course Review and Updates</a:t>
            </a:r>
          </a:p>
        </p:txBody>
      </p:sp>
      <p:sp>
        <p:nvSpPr>
          <p:cNvPr id="753" name="Title 1">
            <a:extLst>
              <a:ext uri="{FF2B5EF4-FFF2-40B4-BE49-F238E27FC236}">
                <a16:creationId xmlns:a16="http://schemas.microsoft.com/office/drawing/2014/main" id="{C06DFD6C-6344-E1AD-523C-34FC1D40B2AA}"/>
              </a:ext>
            </a:extLst>
          </p:cNvPr>
          <p:cNvSpPr txBox="1">
            <a:spLocks/>
          </p:cNvSpPr>
          <p:nvPr/>
        </p:nvSpPr>
        <p:spPr>
          <a:xfrm>
            <a:off x="373272" y="1268952"/>
            <a:ext cx="4235962" cy="89279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Course Evaluation</a:t>
            </a:r>
          </a:p>
        </p:txBody>
      </p:sp>
      <p:graphicFrame>
        <p:nvGraphicFramePr>
          <p:cNvPr id="755" name="Content Placeholder 6">
            <a:extLst>
              <a:ext uri="{FF2B5EF4-FFF2-40B4-BE49-F238E27FC236}">
                <a16:creationId xmlns:a16="http://schemas.microsoft.com/office/drawing/2014/main" id="{F3103345-C0B3-48AA-5717-D3205D0D0B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938709"/>
              </p:ext>
            </p:extLst>
          </p:nvPr>
        </p:nvGraphicFramePr>
        <p:xfrm>
          <a:off x="586447" y="2286689"/>
          <a:ext cx="4929187" cy="3348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827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/>
      <p:bldP spid="7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5453-05F2-9BAD-EA32-F2274482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E3BF-0D94-F73F-A6FC-F8707EEF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714679"/>
            <a:ext cx="10213200" cy="401143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359410" indent="-35941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Hafla. (2023).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Workshop material and supplies checklist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Hafla, Accessed on February 20, 2025 from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https://www.hafla.com/blog/workshop-material-and-supplies-checklist/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Purdue University. (2024).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Email etiquette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Email Etiquette - Purdue OWL® - Purdue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University, Accessed on February 20, 2025 from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https://owl.purdue.edu/owl/general_writing/academic_writing/email_etiquette.html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878276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{3A3C804A-1F1F-4E7E-B28A-28F5ED92FF82}tf11158769_win32</Template>
  <TotalTime>127</TotalTime>
  <Words>849</Words>
  <Application>Microsoft Office PowerPoint</Application>
  <PresentationFormat>Widescreen</PresentationFormat>
  <Paragraphs>72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Avenir Next LT Pro</vt:lpstr>
      <vt:lpstr>Calibri</vt:lpstr>
      <vt:lpstr>Courier New</vt:lpstr>
      <vt:lpstr>Goudy Old Style</vt:lpstr>
      <vt:lpstr>time</vt:lpstr>
      <vt:lpstr>Times</vt:lpstr>
      <vt:lpstr>Times New Roman</vt:lpstr>
      <vt:lpstr>Wingdings</vt:lpstr>
      <vt:lpstr>FrostyVTI</vt:lpstr>
      <vt:lpstr>Team: Mastery Makers Odalys, Paulina, Alfina, Sonia, Kyriaki, and Vanessa</vt:lpstr>
      <vt:lpstr>Delivery Section</vt:lpstr>
      <vt:lpstr>Objectives </vt:lpstr>
      <vt:lpstr>Resources Needed</vt:lpstr>
      <vt:lpstr>Trainers Section </vt:lpstr>
      <vt:lpstr>                                   Training Outline</vt:lpstr>
      <vt:lpstr>Administration and Evaluation</vt:lpstr>
      <vt:lpstr>Administration Section</vt:lpstr>
      <vt:lpstr>Reference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Amrin Vahora</dc:creator>
  <cp:lastModifiedBy>Adjo Tetedje</cp:lastModifiedBy>
  <cp:revision>485</cp:revision>
  <dcterms:created xsi:type="dcterms:W3CDTF">2025-02-20T21:46:22Z</dcterms:created>
  <dcterms:modified xsi:type="dcterms:W3CDTF">2026-01-15T00:06:05Z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